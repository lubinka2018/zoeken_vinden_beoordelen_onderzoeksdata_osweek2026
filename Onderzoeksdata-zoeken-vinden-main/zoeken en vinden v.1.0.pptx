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7559675" cy="10691813"/>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B87795-E5B0-4A68-9728-ABB1413F456D}"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41002A26-F8D4-4AAE-BCB0-CB6F1DA3F586}">
      <dgm:prSet phldrT="[Tekst]"/>
      <dgm:spPr>
        <a:scene3d>
          <a:camera prst="orthographicFront"/>
          <a:lightRig rig="threePt" dir="t"/>
        </a:scene3d>
        <a:sp3d>
          <a:bevelT w="152400" h="50800" prst="softRound"/>
        </a:sp3d>
      </dgm:spPr>
      <dgm:t>
        <a:bodyPr/>
        <a:lstStyle/>
        <a:p>
          <a:r>
            <a:rPr lang="nl-NL" noProof="0" dirty="0"/>
            <a:t>Inleiding</a:t>
          </a:r>
        </a:p>
      </dgm:t>
    </dgm:pt>
    <dgm:pt modelId="{DF638B96-21F7-4C2E-890A-E7562CFCE94C}" type="parTrans" cxnId="{82C50A41-0A6F-437A-B330-323EA25BDBCC}">
      <dgm:prSet/>
      <dgm:spPr/>
      <dgm:t>
        <a:bodyPr/>
        <a:lstStyle/>
        <a:p>
          <a:endParaRPr lang="en-GB"/>
        </a:p>
      </dgm:t>
    </dgm:pt>
    <dgm:pt modelId="{6F9E2A39-4683-4674-B43C-DC8FD619C06C}" type="sibTrans" cxnId="{82C50A41-0A6F-437A-B330-323EA25BDBCC}">
      <dgm:prSet/>
      <dgm:spPr/>
      <dgm:t>
        <a:bodyPr/>
        <a:lstStyle/>
        <a:p>
          <a:endParaRPr lang="en-GB"/>
        </a:p>
      </dgm:t>
    </dgm:pt>
    <dgm:pt modelId="{4973874E-4D04-4CE2-B2B6-19B93D73292C}">
      <dgm:prSet phldrT="[Tekst]" custT="1"/>
      <dgm:spPr/>
      <dgm:t>
        <a:bodyPr/>
        <a:lstStyle/>
        <a:p>
          <a:r>
            <a:rPr lang="nl-NL" sz="2000" noProof="0" dirty="0"/>
            <a:t>Definitie hergebruiken van data</a:t>
          </a:r>
        </a:p>
      </dgm:t>
    </dgm:pt>
    <dgm:pt modelId="{6CEF4FDE-EAB8-4983-820D-BFA0EF4C8CA4}" type="parTrans" cxnId="{FAE18C68-742C-4551-AB94-D0C5D452A7A2}">
      <dgm:prSet/>
      <dgm:spPr/>
      <dgm:t>
        <a:bodyPr/>
        <a:lstStyle/>
        <a:p>
          <a:endParaRPr lang="en-GB"/>
        </a:p>
      </dgm:t>
    </dgm:pt>
    <dgm:pt modelId="{8F3303E8-8379-4F6C-8B78-CDB9EAE60EAE}" type="sibTrans" cxnId="{FAE18C68-742C-4551-AB94-D0C5D452A7A2}">
      <dgm:prSet/>
      <dgm:spPr/>
      <dgm:t>
        <a:bodyPr/>
        <a:lstStyle/>
        <a:p>
          <a:endParaRPr lang="en-GB"/>
        </a:p>
      </dgm:t>
    </dgm:pt>
    <dgm:pt modelId="{5CDAFEDC-DFB8-4537-A872-0255C94C7C09}">
      <dgm:prSet phldrT="[Tekst]" custT="1"/>
      <dgm:spPr/>
      <dgm:t>
        <a:bodyPr/>
        <a:lstStyle/>
        <a:p>
          <a:r>
            <a:rPr lang="nl-NL" sz="2000" noProof="0" dirty="0"/>
            <a:t>Waarom en wanneer</a:t>
          </a:r>
        </a:p>
      </dgm:t>
    </dgm:pt>
    <dgm:pt modelId="{2F20A733-CBFF-41CE-AEC5-8A3ECF28F82F}" type="parTrans" cxnId="{1CFCAB51-56CA-48CA-9408-9D51841BA28C}">
      <dgm:prSet/>
      <dgm:spPr/>
      <dgm:t>
        <a:bodyPr/>
        <a:lstStyle/>
        <a:p>
          <a:endParaRPr lang="en-GB"/>
        </a:p>
      </dgm:t>
    </dgm:pt>
    <dgm:pt modelId="{1A2FBB39-5287-406F-9C28-24E69DC54369}" type="sibTrans" cxnId="{1CFCAB51-56CA-48CA-9408-9D51841BA28C}">
      <dgm:prSet/>
      <dgm:spPr/>
      <dgm:t>
        <a:bodyPr/>
        <a:lstStyle/>
        <a:p>
          <a:endParaRPr lang="en-GB"/>
        </a:p>
      </dgm:t>
    </dgm:pt>
    <dgm:pt modelId="{C9F08940-77D3-4267-867F-A21FEF8B4B25}">
      <dgm:prSet phldrT="[Tekst]"/>
      <dgm:spPr>
        <a:scene3d>
          <a:camera prst="orthographicFront"/>
          <a:lightRig rig="threePt" dir="t"/>
        </a:scene3d>
        <a:sp3d>
          <a:bevelT w="152400" h="50800" prst="softRound"/>
        </a:sp3d>
      </dgm:spPr>
      <dgm:t>
        <a:bodyPr/>
        <a:lstStyle/>
        <a:p>
          <a:r>
            <a:rPr lang="nl-NL" noProof="0" dirty="0"/>
            <a:t>Waar zoek ik</a:t>
          </a:r>
        </a:p>
      </dgm:t>
    </dgm:pt>
    <dgm:pt modelId="{C6A53157-589B-4D80-BA6E-D4F8D435541F}" type="parTrans" cxnId="{BC69D186-0A43-4D8E-BF9C-F03125AD8B7C}">
      <dgm:prSet/>
      <dgm:spPr/>
      <dgm:t>
        <a:bodyPr/>
        <a:lstStyle/>
        <a:p>
          <a:endParaRPr lang="en-GB"/>
        </a:p>
      </dgm:t>
    </dgm:pt>
    <dgm:pt modelId="{9ACCE596-00F3-4BAC-9328-4C85A3CB4891}" type="sibTrans" cxnId="{BC69D186-0A43-4D8E-BF9C-F03125AD8B7C}">
      <dgm:prSet/>
      <dgm:spPr/>
      <dgm:t>
        <a:bodyPr/>
        <a:lstStyle/>
        <a:p>
          <a:endParaRPr lang="en-GB"/>
        </a:p>
      </dgm:t>
    </dgm:pt>
    <dgm:pt modelId="{BED4D4A1-F70D-41D4-8D8B-447BDB827809}">
      <dgm:prSet phldrT="[Tekst]" custT="1"/>
      <dgm:spPr/>
      <dgm:t>
        <a:bodyPr/>
        <a:lstStyle/>
        <a:p>
          <a:r>
            <a:rPr lang="nl-NL" sz="2000" noProof="0" dirty="0"/>
            <a:t>Data </a:t>
          </a:r>
          <a:r>
            <a:rPr lang="nl-NL" sz="2000" noProof="0" dirty="0" err="1"/>
            <a:t>repositories</a:t>
          </a:r>
          <a:endParaRPr lang="nl-NL" sz="2000" noProof="0" dirty="0"/>
        </a:p>
      </dgm:t>
    </dgm:pt>
    <dgm:pt modelId="{B8EE2D02-E1FB-4338-BA33-95282F3AD9A8}" type="parTrans" cxnId="{AC0D0CF9-E36B-4885-9A13-8D4A000ADB89}">
      <dgm:prSet/>
      <dgm:spPr/>
      <dgm:t>
        <a:bodyPr/>
        <a:lstStyle/>
        <a:p>
          <a:endParaRPr lang="en-GB"/>
        </a:p>
      </dgm:t>
    </dgm:pt>
    <dgm:pt modelId="{02A398EA-14C7-41DA-BED3-3DD0398AA44E}" type="sibTrans" cxnId="{AC0D0CF9-E36B-4885-9A13-8D4A000ADB89}">
      <dgm:prSet/>
      <dgm:spPr/>
      <dgm:t>
        <a:bodyPr/>
        <a:lstStyle/>
        <a:p>
          <a:endParaRPr lang="en-GB"/>
        </a:p>
      </dgm:t>
    </dgm:pt>
    <dgm:pt modelId="{D6D53BA9-839E-4512-A437-BCF8084D1A04}">
      <dgm:prSet phldrT="[Tekst]" custT="1"/>
      <dgm:spPr/>
      <dgm:t>
        <a:bodyPr/>
        <a:lstStyle/>
        <a:p>
          <a:r>
            <a:rPr lang="nl-NL" sz="2000" noProof="0" dirty="0"/>
            <a:t>Andere databronnen</a:t>
          </a:r>
        </a:p>
      </dgm:t>
    </dgm:pt>
    <dgm:pt modelId="{B2F30F97-AB18-41EC-BA84-3B7F29F55A81}" type="parTrans" cxnId="{7A0FC94D-95B7-4B90-BDB9-D83D2BBA3C9B}">
      <dgm:prSet/>
      <dgm:spPr/>
      <dgm:t>
        <a:bodyPr/>
        <a:lstStyle/>
        <a:p>
          <a:endParaRPr lang="en-GB"/>
        </a:p>
      </dgm:t>
    </dgm:pt>
    <dgm:pt modelId="{4BE05BFD-C759-4435-AB4E-B7ABFD8303B6}" type="sibTrans" cxnId="{7A0FC94D-95B7-4B90-BDB9-D83D2BBA3C9B}">
      <dgm:prSet/>
      <dgm:spPr/>
      <dgm:t>
        <a:bodyPr/>
        <a:lstStyle/>
        <a:p>
          <a:endParaRPr lang="en-GB"/>
        </a:p>
      </dgm:t>
    </dgm:pt>
    <dgm:pt modelId="{A5F2C567-60BD-4D13-A4AE-C5D53726DE34}">
      <dgm:prSet phldrT="[Tekst]"/>
      <dgm:spPr>
        <a:scene3d>
          <a:camera prst="orthographicFront"/>
          <a:lightRig rig="threePt" dir="t"/>
        </a:scene3d>
        <a:sp3d>
          <a:bevelT w="152400" h="50800" prst="softRound"/>
        </a:sp3d>
      </dgm:spPr>
      <dgm:t>
        <a:bodyPr/>
        <a:lstStyle/>
        <a:p>
          <a:r>
            <a:rPr lang="nl-NL" noProof="0" dirty="0"/>
            <a:t>Zoeken en documenteren</a:t>
          </a:r>
        </a:p>
      </dgm:t>
    </dgm:pt>
    <dgm:pt modelId="{EABF6B46-4CE4-4E3E-A23E-403E56A3876F}" type="parTrans" cxnId="{8841DE48-6552-467F-A958-28F0F97E5335}">
      <dgm:prSet/>
      <dgm:spPr/>
      <dgm:t>
        <a:bodyPr/>
        <a:lstStyle/>
        <a:p>
          <a:endParaRPr lang="en-GB"/>
        </a:p>
      </dgm:t>
    </dgm:pt>
    <dgm:pt modelId="{5294F43A-6DE6-4A43-9E0B-E1F8E5FBD352}" type="sibTrans" cxnId="{8841DE48-6552-467F-A958-28F0F97E5335}">
      <dgm:prSet/>
      <dgm:spPr/>
      <dgm:t>
        <a:bodyPr/>
        <a:lstStyle/>
        <a:p>
          <a:endParaRPr lang="en-GB"/>
        </a:p>
      </dgm:t>
    </dgm:pt>
    <dgm:pt modelId="{64FA1147-2832-4071-A5AC-480EAE447267}">
      <dgm:prSet phldrT="[Tekst]" custT="1"/>
      <dgm:spPr/>
      <dgm:t>
        <a:bodyPr/>
        <a:lstStyle/>
        <a:p>
          <a:r>
            <a:rPr lang="nl-NL" sz="2000" noProof="0" dirty="0"/>
            <a:t>Documentatie</a:t>
          </a:r>
        </a:p>
      </dgm:t>
    </dgm:pt>
    <dgm:pt modelId="{619983EA-A2E7-42EA-AF10-041E78B87210}" type="parTrans" cxnId="{7E6D6C4B-B914-46BB-A5A0-5846F3816E1D}">
      <dgm:prSet/>
      <dgm:spPr/>
      <dgm:t>
        <a:bodyPr/>
        <a:lstStyle/>
        <a:p>
          <a:endParaRPr lang="en-GB"/>
        </a:p>
      </dgm:t>
    </dgm:pt>
    <dgm:pt modelId="{5901DB41-D05C-4B64-9E81-30EB8DA307F6}" type="sibTrans" cxnId="{7E6D6C4B-B914-46BB-A5A0-5846F3816E1D}">
      <dgm:prSet/>
      <dgm:spPr/>
      <dgm:t>
        <a:bodyPr/>
        <a:lstStyle/>
        <a:p>
          <a:endParaRPr lang="en-GB"/>
        </a:p>
      </dgm:t>
    </dgm:pt>
    <dgm:pt modelId="{C0C8386E-19CB-497B-BDCE-59171BF4CD92}">
      <dgm:prSet phldrT="[Tekst]" custT="1"/>
      <dgm:spPr/>
      <dgm:t>
        <a:bodyPr/>
        <a:lstStyle/>
        <a:p>
          <a:r>
            <a:rPr lang="nl-NL" sz="2000" noProof="0" dirty="0"/>
            <a:t>Selectie</a:t>
          </a:r>
        </a:p>
      </dgm:t>
    </dgm:pt>
    <dgm:pt modelId="{4E161424-F09C-453D-91A9-867D0F901772}" type="parTrans" cxnId="{9CF02801-A30A-489D-BA84-417649E77306}">
      <dgm:prSet/>
      <dgm:spPr/>
      <dgm:t>
        <a:bodyPr/>
        <a:lstStyle/>
        <a:p>
          <a:endParaRPr lang="en-GB"/>
        </a:p>
      </dgm:t>
    </dgm:pt>
    <dgm:pt modelId="{19EB8571-7BE5-487F-BD89-71CAC72CDDC7}" type="sibTrans" cxnId="{9CF02801-A30A-489D-BA84-417649E77306}">
      <dgm:prSet/>
      <dgm:spPr/>
      <dgm:t>
        <a:bodyPr/>
        <a:lstStyle/>
        <a:p>
          <a:endParaRPr lang="en-GB"/>
        </a:p>
      </dgm:t>
    </dgm:pt>
    <dgm:pt modelId="{22CF12D4-0C94-4CEA-817A-ECCB9F969D9B}">
      <dgm:prSet phldrT="[Tekst]"/>
      <dgm:spPr>
        <a:scene3d>
          <a:camera prst="orthographicFront"/>
          <a:lightRig rig="threePt" dir="t"/>
        </a:scene3d>
        <a:sp3d>
          <a:bevelT w="152400" h="50800" prst="softRound"/>
        </a:sp3d>
      </dgm:spPr>
      <dgm:t>
        <a:bodyPr/>
        <a:lstStyle/>
        <a:p>
          <a:r>
            <a:rPr lang="nl-NL" noProof="0" dirty="0"/>
            <a:t>Beoordelen van datasets</a:t>
          </a:r>
        </a:p>
      </dgm:t>
    </dgm:pt>
    <dgm:pt modelId="{6BA5032A-3393-435D-9A38-70827CF16632}" type="parTrans" cxnId="{4B3CF60E-9BD4-4E09-8C47-E25EEBBBD5B9}">
      <dgm:prSet/>
      <dgm:spPr/>
      <dgm:t>
        <a:bodyPr/>
        <a:lstStyle/>
        <a:p>
          <a:endParaRPr lang="en-GB"/>
        </a:p>
      </dgm:t>
    </dgm:pt>
    <dgm:pt modelId="{32885C25-292C-40F8-90D4-603A0671A922}" type="sibTrans" cxnId="{4B3CF60E-9BD4-4E09-8C47-E25EEBBBD5B9}">
      <dgm:prSet/>
      <dgm:spPr/>
      <dgm:t>
        <a:bodyPr/>
        <a:lstStyle/>
        <a:p>
          <a:endParaRPr lang="en-GB"/>
        </a:p>
      </dgm:t>
    </dgm:pt>
    <dgm:pt modelId="{D3D75CE8-5A52-4574-B541-6E08CF45353C}">
      <dgm:prSet phldrT="[Tekst]" custT="1"/>
      <dgm:spPr/>
      <dgm:t>
        <a:bodyPr/>
        <a:lstStyle/>
        <a:p>
          <a:r>
            <a:rPr lang="nl-NL" sz="2000" noProof="0" dirty="0"/>
            <a:t>FAIR principes</a:t>
          </a:r>
        </a:p>
      </dgm:t>
    </dgm:pt>
    <dgm:pt modelId="{B60806E4-5133-40A5-A948-6023CAA4F7FE}" type="parTrans" cxnId="{E8D3EE13-C9D3-439A-BF2A-335724839325}">
      <dgm:prSet/>
      <dgm:spPr/>
      <dgm:t>
        <a:bodyPr/>
        <a:lstStyle/>
        <a:p>
          <a:endParaRPr lang="en-GB"/>
        </a:p>
      </dgm:t>
    </dgm:pt>
    <dgm:pt modelId="{BE8925AB-0826-46C0-A29A-B20FCE83D914}" type="sibTrans" cxnId="{E8D3EE13-C9D3-439A-BF2A-335724839325}">
      <dgm:prSet/>
      <dgm:spPr/>
      <dgm:t>
        <a:bodyPr/>
        <a:lstStyle/>
        <a:p>
          <a:endParaRPr lang="en-GB"/>
        </a:p>
      </dgm:t>
    </dgm:pt>
    <dgm:pt modelId="{C4AB43B4-227B-4167-8CB8-88243C24813F}">
      <dgm:prSet phldrT="[Tekst]" custT="1"/>
      <dgm:spPr/>
      <dgm:t>
        <a:bodyPr/>
        <a:lstStyle/>
        <a:p>
          <a:r>
            <a:rPr lang="nl-NL" sz="2000" noProof="0" dirty="0"/>
            <a:t>Kwaliteit van data</a:t>
          </a:r>
        </a:p>
      </dgm:t>
    </dgm:pt>
    <dgm:pt modelId="{968AD084-BBB7-4EF9-ADF8-17A2AE97E4E7}" type="parTrans" cxnId="{F62AEC3B-BF19-42FB-BDF0-48933846799C}">
      <dgm:prSet/>
      <dgm:spPr/>
      <dgm:t>
        <a:bodyPr/>
        <a:lstStyle/>
        <a:p>
          <a:endParaRPr lang="en-GB"/>
        </a:p>
      </dgm:t>
    </dgm:pt>
    <dgm:pt modelId="{B117CBAB-D2D7-4C7A-8A95-60423AF614DE}" type="sibTrans" cxnId="{F62AEC3B-BF19-42FB-BDF0-48933846799C}">
      <dgm:prSet/>
      <dgm:spPr/>
      <dgm:t>
        <a:bodyPr/>
        <a:lstStyle/>
        <a:p>
          <a:endParaRPr lang="en-GB"/>
        </a:p>
      </dgm:t>
    </dgm:pt>
    <dgm:pt modelId="{D12842C8-B8F8-46E3-A9F1-1A7301523C31}" type="pres">
      <dgm:prSet presAssocID="{2CB87795-E5B0-4A68-9728-ABB1413F456D}" presName="diagram" presStyleCnt="0">
        <dgm:presLayoutVars>
          <dgm:chPref val="1"/>
          <dgm:dir/>
          <dgm:animOne val="branch"/>
          <dgm:animLvl val="lvl"/>
          <dgm:resizeHandles/>
        </dgm:presLayoutVars>
      </dgm:prSet>
      <dgm:spPr/>
    </dgm:pt>
    <dgm:pt modelId="{034AA6E2-2B97-4318-AB04-8A5FF92B001C}" type="pres">
      <dgm:prSet presAssocID="{41002A26-F8D4-4AAE-BCB0-CB6F1DA3F586}" presName="root" presStyleCnt="0"/>
      <dgm:spPr/>
    </dgm:pt>
    <dgm:pt modelId="{6A4DB74D-0BE8-40CB-9675-F73C56DBA4BB}" type="pres">
      <dgm:prSet presAssocID="{41002A26-F8D4-4AAE-BCB0-CB6F1DA3F586}" presName="rootComposite" presStyleCnt="0"/>
      <dgm:spPr/>
    </dgm:pt>
    <dgm:pt modelId="{BE65FDF9-B468-4C88-A20B-3088F066D85B}" type="pres">
      <dgm:prSet presAssocID="{41002A26-F8D4-4AAE-BCB0-CB6F1DA3F586}" presName="rootText" presStyleLbl="node1" presStyleIdx="0" presStyleCnt="4"/>
      <dgm:spPr/>
    </dgm:pt>
    <dgm:pt modelId="{C206B704-BF28-423A-B117-FE05008D13E6}" type="pres">
      <dgm:prSet presAssocID="{41002A26-F8D4-4AAE-BCB0-CB6F1DA3F586}" presName="rootConnector" presStyleLbl="node1" presStyleIdx="0" presStyleCnt="4"/>
      <dgm:spPr/>
    </dgm:pt>
    <dgm:pt modelId="{EBEEDA60-774D-4822-ABA9-CF3865002FF1}" type="pres">
      <dgm:prSet presAssocID="{41002A26-F8D4-4AAE-BCB0-CB6F1DA3F586}" presName="childShape" presStyleCnt="0"/>
      <dgm:spPr/>
    </dgm:pt>
    <dgm:pt modelId="{347EF763-E65C-4FEE-A42B-6314DF3FC92E}" type="pres">
      <dgm:prSet presAssocID="{6CEF4FDE-EAB8-4983-820D-BFA0EF4C8CA4}" presName="Name13" presStyleLbl="parChTrans1D2" presStyleIdx="0" presStyleCnt="8"/>
      <dgm:spPr/>
    </dgm:pt>
    <dgm:pt modelId="{0EA1744F-3C3E-48C6-9512-1D1211E729E8}" type="pres">
      <dgm:prSet presAssocID="{4973874E-4D04-4CE2-B2B6-19B93D73292C}" presName="childText" presStyleLbl="bgAcc1" presStyleIdx="0" presStyleCnt="8" custLinFactNeighborX="-11710" custLinFactNeighborY="0">
        <dgm:presLayoutVars>
          <dgm:bulletEnabled val="1"/>
        </dgm:presLayoutVars>
      </dgm:prSet>
      <dgm:spPr/>
    </dgm:pt>
    <dgm:pt modelId="{7FA938B6-0845-4860-947F-0836B84F4577}" type="pres">
      <dgm:prSet presAssocID="{2F20A733-CBFF-41CE-AEC5-8A3ECF28F82F}" presName="Name13" presStyleLbl="parChTrans1D2" presStyleIdx="1" presStyleCnt="8"/>
      <dgm:spPr/>
    </dgm:pt>
    <dgm:pt modelId="{BDE24B8E-BBD2-48F9-A437-ECCB16FC9F8A}" type="pres">
      <dgm:prSet presAssocID="{5CDAFEDC-DFB8-4537-A872-0255C94C7C09}" presName="childText" presStyleLbl="bgAcc1" presStyleIdx="1" presStyleCnt="8" custLinFactNeighborX="-11710" custLinFactNeighborY="0">
        <dgm:presLayoutVars>
          <dgm:bulletEnabled val="1"/>
        </dgm:presLayoutVars>
      </dgm:prSet>
      <dgm:spPr/>
    </dgm:pt>
    <dgm:pt modelId="{59A7448D-05F2-46E9-AB13-F26DE2D1C7F7}" type="pres">
      <dgm:prSet presAssocID="{C9F08940-77D3-4267-867F-A21FEF8B4B25}" presName="root" presStyleCnt="0"/>
      <dgm:spPr/>
    </dgm:pt>
    <dgm:pt modelId="{A2AB1A20-A942-4FF6-B543-DEE5E24B377D}" type="pres">
      <dgm:prSet presAssocID="{C9F08940-77D3-4267-867F-A21FEF8B4B25}" presName="rootComposite" presStyleCnt="0"/>
      <dgm:spPr/>
    </dgm:pt>
    <dgm:pt modelId="{6AA8A32D-AA7A-4351-A23A-740B724AA7CF}" type="pres">
      <dgm:prSet presAssocID="{C9F08940-77D3-4267-867F-A21FEF8B4B25}" presName="rootText" presStyleLbl="node1" presStyleIdx="1" presStyleCnt="4"/>
      <dgm:spPr/>
    </dgm:pt>
    <dgm:pt modelId="{FF4F3650-F4AC-4646-8032-42F0B8348CC7}" type="pres">
      <dgm:prSet presAssocID="{C9F08940-77D3-4267-867F-A21FEF8B4B25}" presName="rootConnector" presStyleLbl="node1" presStyleIdx="1" presStyleCnt="4"/>
      <dgm:spPr/>
    </dgm:pt>
    <dgm:pt modelId="{B3BCAA5E-108B-4423-9650-7AF5139362AC}" type="pres">
      <dgm:prSet presAssocID="{C9F08940-77D3-4267-867F-A21FEF8B4B25}" presName="childShape" presStyleCnt="0"/>
      <dgm:spPr/>
    </dgm:pt>
    <dgm:pt modelId="{5E17FBB4-980A-47AD-A23F-1B27C5A90372}" type="pres">
      <dgm:prSet presAssocID="{B8EE2D02-E1FB-4338-BA33-95282F3AD9A8}" presName="Name13" presStyleLbl="parChTrans1D2" presStyleIdx="2" presStyleCnt="8"/>
      <dgm:spPr/>
    </dgm:pt>
    <dgm:pt modelId="{7421F071-30E1-4589-936C-8C05EEAABB03}" type="pres">
      <dgm:prSet presAssocID="{BED4D4A1-F70D-41D4-8D8B-447BDB827809}" presName="childText" presStyleLbl="bgAcc1" presStyleIdx="2" presStyleCnt="8" custLinFactNeighborX="-11022" custLinFactNeighborY="0">
        <dgm:presLayoutVars>
          <dgm:bulletEnabled val="1"/>
        </dgm:presLayoutVars>
      </dgm:prSet>
      <dgm:spPr/>
    </dgm:pt>
    <dgm:pt modelId="{99353A3B-001C-4063-92DE-01086CC7E28F}" type="pres">
      <dgm:prSet presAssocID="{B2F30F97-AB18-41EC-BA84-3B7F29F55A81}" presName="Name13" presStyleLbl="parChTrans1D2" presStyleIdx="3" presStyleCnt="8"/>
      <dgm:spPr/>
    </dgm:pt>
    <dgm:pt modelId="{845AF6F3-47B3-465A-B022-109CA0821BD3}" type="pres">
      <dgm:prSet presAssocID="{D6D53BA9-839E-4512-A437-BCF8084D1A04}" presName="childText" presStyleLbl="bgAcc1" presStyleIdx="3" presStyleCnt="8" custLinFactNeighborX="-11022" custLinFactNeighborY="0">
        <dgm:presLayoutVars>
          <dgm:bulletEnabled val="1"/>
        </dgm:presLayoutVars>
      </dgm:prSet>
      <dgm:spPr/>
    </dgm:pt>
    <dgm:pt modelId="{2DE23AA8-B815-4820-9320-8FE554F6330C}" type="pres">
      <dgm:prSet presAssocID="{A5F2C567-60BD-4D13-A4AE-C5D53726DE34}" presName="root" presStyleCnt="0"/>
      <dgm:spPr/>
    </dgm:pt>
    <dgm:pt modelId="{D5CC7FB9-50DA-4655-BF62-226644722143}" type="pres">
      <dgm:prSet presAssocID="{A5F2C567-60BD-4D13-A4AE-C5D53726DE34}" presName="rootComposite" presStyleCnt="0"/>
      <dgm:spPr/>
    </dgm:pt>
    <dgm:pt modelId="{4216B492-F3B1-4305-B1C2-73A596DA495A}" type="pres">
      <dgm:prSet presAssocID="{A5F2C567-60BD-4D13-A4AE-C5D53726DE34}" presName="rootText" presStyleLbl="node1" presStyleIdx="2" presStyleCnt="4"/>
      <dgm:spPr/>
    </dgm:pt>
    <dgm:pt modelId="{85DB37DC-B8C5-4C7C-88C5-8EA22DF8A24F}" type="pres">
      <dgm:prSet presAssocID="{A5F2C567-60BD-4D13-A4AE-C5D53726DE34}" presName="rootConnector" presStyleLbl="node1" presStyleIdx="2" presStyleCnt="4"/>
      <dgm:spPr/>
    </dgm:pt>
    <dgm:pt modelId="{EEC7F8D8-0295-48FC-A320-3336DB702E3D}" type="pres">
      <dgm:prSet presAssocID="{A5F2C567-60BD-4D13-A4AE-C5D53726DE34}" presName="childShape" presStyleCnt="0"/>
      <dgm:spPr/>
    </dgm:pt>
    <dgm:pt modelId="{0088F0FB-2D13-4312-8B33-E4149AD4A516}" type="pres">
      <dgm:prSet presAssocID="{619983EA-A2E7-42EA-AF10-041E78B87210}" presName="Name13" presStyleLbl="parChTrans1D2" presStyleIdx="4" presStyleCnt="8"/>
      <dgm:spPr/>
    </dgm:pt>
    <dgm:pt modelId="{BD30F885-BA27-4D78-81DA-FA7508820567}" type="pres">
      <dgm:prSet presAssocID="{64FA1147-2832-4071-A5AC-480EAE447267}" presName="childText" presStyleLbl="bgAcc1" presStyleIdx="4" presStyleCnt="8" custLinFactNeighborX="-13778" custLinFactNeighborY="0">
        <dgm:presLayoutVars>
          <dgm:bulletEnabled val="1"/>
        </dgm:presLayoutVars>
      </dgm:prSet>
      <dgm:spPr/>
    </dgm:pt>
    <dgm:pt modelId="{8C392F91-97C5-4289-8306-22AEF1CAABCC}" type="pres">
      <dgm:prSet presAssocID="{4E161424-F09C-453D-91A9-867D0F901772}" presName="Name13" presStyleLbl="parChTrans1D2" presStyleIdx="5" presStyleCnt="8"/>
      <dgm:spPr/>
    </dgm:pt>
    <dgm:pt modelId="{C3052E01-E1EE-4D66-943A-0536A4457301}" type="pres">
      <dgm:prSet presAssocID="{C0C8386E-19CB-497B-BDCE-59171BF4CD92}" presName="childText" presStyleLbl="bgAcc1" presStyleIdx="5" presStyleCnt="8" custLinFactNeighborX="-13778" custLinFactNeighborY="0">
        <dgm:presLayoutVars>
          <dgm:bulletEnabled val="1"/>
        </dgm:presLayoutVars>
      </dgm:prSet>
      <dgm:spPr/>
    </dgm:pt>
    <dgm:pt modelId="{BABB2AA8-A54F-401E-820C-D22F3A2321FD}" type="pres">
      <dgm:prSet presAssocID="{22CF12D4-0C94-4CEA-817A-ECCB9F969D9B}" presName="root" presStyleCnt="0"/>
      <dgm:spPr/>
    </dgm:pt>
    <dgm:pt modelId="{4447CEAD-ADD6-43E2-BCE1-FF6599BE2EC2}" type="pres">
      <dgm:prSet presAssocID="{22CF12D4-0C94-4CEA-817A-ECCB9F969D9B}" presName="rootComposite" presStyleCnt="0"/>
      <dgm:spPr/>
    </dgm:pt>
    <dgm:pt modelId="{1F138596-E0A3-4AFB-9569-524052C93391}" type="pres">
      <dgm:prSet presAssocID="{22CF12D4-0C94-4CEA-817A-ECCB9F969D9B}" presName="rootText" presStyleLbl="node1" presStyleIdx="3" presStyleCnt="4"/>
      <dgm:spPr/>
    </dgm:pt>
    <dgm:pt modelId="{D9C00676-E5B4-4945-8984-8DE7D4769AD6}" type="pres">
      <dgm:prSet presAssocID="{22CF12D4-0C94-4CEA-817A-ECCB9F969D9B}" presName="rootConnector" presStyleLbl="node1" presStyleIdx="3" presStyleCnt="4"/>
      <dgm:spPr/>
    </dgm:pt>
    <dgm:pt modelId="{F26CFF31-3AF1-42F9-8D06-63C0449DE948}" type="pres">
      <dgm:prSet presAssocID="{22CF12D4-0C94-4CEA-817A-ECCB9F969D9B}" presName="childShape" presStyleCnt="0"/>
      <dgm:spPr/>
    </dgm:pt>
    <dgm:pt modelId="{06D8A421-84AD-4C6B-9125-140316F6E3A2}" type="pres">
      <dgm:prSet presAssocID="{B60806E4-5133-40A5-A948-6023CAA4F7FE}" presName="Name13" presStyleLbl="parChTrans1D2" presStyleIdx="6" presStyleCnt="8"/>
      <dgm:spPr/>
    </dgm:pt>
    <dgm:pt modelId="{23FD5A17-EE23-4AB3-9765-8332A8317C5E}" type="pres">
      <dgm:prSet presAssocID="{D3D75CE8-5A52-4574-B541-6E08CF45353C}" presName="childText" presStyleLbl="bgAcc1" presStyleIdx="6" presStyleCnt="8" custLinFactNeighborX="-12400" custLinFactNeighborY="0">
        <dgm:presLayoutVars>
          <dgm:bulletEnabled val="1"/>
        </dgm:presLayoutVars>
      </dgm:prSet>
      <dgm:spPr/>
    </dgm:pt>
    <dgm:pt modelId="{F0C6AAB4-84B1-425A-B63F-D4113849A5B5}" type="pres">
      <dgm:prSet presAssocID="{968AD084-BBB7-4EF9-ADF8-17A2AE97E4E7}" presName="Name13" presStyleLbl="parChTrans1D2" presStyleIdx="7" presStyleCnt="8"/>
      <dgm:spPr/>
    </dgm:pt>
    <dgm:pt modelId="{E9CAE4EB-BB27-4805-B4BE-D2783DE42DF2}" type="pres">
      <dgm:prSet presAssocID="{C4AB43B4-227B-4167-8CB8-88243C24813F}" presName="childText" presStyleLbl="bgAcc1" presStyleIdx="7" presStyleCnt="8" custLinFactNeighborX="-12400" custLinFactNeighborY="0">
        <dgm:presLayoutVars>
          <dgm:bulletEnabled val="1"/>
        </dgm:presLayoutVars>
      </dgm:prSet>
      <dgm:spPr/>
    </dgm:pt>
  </dgm:ptLst>
  <dgm:cxnLst>
    <dgm:cxn modelId="{9CF02801-A30A-489D-BA84-417649E77306}" srcId="{A5F2C567-60BD-4D13-A4AE-C5D53726DE34}" destId="{C0C8386E-19CB-497B-BDCE-59171BF4CD92}" srcOrd="1" destOrd="0" parTransId="{4E161424-F09C-453D-91A9-867D0F901772}" sibTransId="{19EB8571-7BE5-487F-BD89-71CAC72CDDC7}"/>
    <dgm:cxn modelId="{7137640B-9021-4E71-AAFA-CADE4BF279DA}" type="presOf" srcId="{64FA1147-2832-4071-A5AC-480EAE447267}" destId="{BD30F885-BA27-4D78-81DA-FA7508820567}" srcOrd="0" destOrd="0" presId="urn:microsoft.com/office/officeart/2005/8/layout/hierarchy3"/>
    <dgm:cxn modelId="{4B3CF60E-9BD4-4E09-8C47-E25EEBBBD5B9}" srcId="{2CB87795-E5B0-4A68-9728-ABB1413F456D}" destId="{22CF12D4-0C94-4CEA-817A-ECCB9F969D9B}" srcOrd="3" destOrd="0" parTransId="{6BA5032A-3393-435D-9A38-70827CF16632}" sibTransId="{32885C25-292C-40F8-90D4-603A0671A922}"/>
    <dgm:cxn modelId="{0219DD11-BBED-41DA-AF40-8F8984DA7953}" type="presOf" srcId="{2F20A733-CBFF-41CE-AEC5-8A3ECF28F82F}" destId="{7FA938B6-0845-4860-947F-0836B84F4577}" srcOrd="0" destOrd="0" presId="urn:microsoft.com/office/officeart/2005/8/layout/hierarchy3"/>
    <dgm:cxn modelId="{E8D3EE13-C9D3-439A-BF2A-335724839325}" srcId="{22CF12D4-0C94-4CEA-817A-ECCB9F969D9B}" destId="{D3D75CE8-5A52-4574-B541-6E08CF45353C}" srcOrd="0" destOrd="0" parTransId="{B60806E4-5133-40A5-A948-6023CAA4F7FE}" sibTransId="{BE8925AB-0826-46C0-A29A-B20FCE83D914}"/>
    <dgm:cxn modelId="{4B5E4525-E58C-447A-B392-03293476F018}" type="presOf" srcId="{22CF12D4-0C94-4CEA-817A-ECCB9F969D9B}" destId="{1F138596-E0A3-4AFB-9569-524052C93391}" srcOrd="0" destOrd="0" presId="urn:microsoft.com/office/officeart/2005/8/layout/hierarchy3"/>
    <dgm:cxn modelId="{0F11E22F-5C66-4878-A899-7D47016905A9}" type="presOf" srcId="{C9F08940-77D3-4267-867F-A21FEF8B4B25}" destId="{6AA8A32D-AA7A-4351-A23A-740B724AA7CF}" srcOrd="0" destOrd="0" presId="urn:microsoft.com/office/officeart/2005/8/layout/hierarchy3"/>
    <dgm:cxn modelId="{E3701E36-17C9-4058-AAA1-8C1CEA412F01}" type="presOf" srcId="{968AD084-BBB7-4EF9-ADF8-17A2AE97E4E7}" destId="{F0C6AAB4-84B1-425A-B63F-D4113849A5B5}" srcOrd="0" destOrd="0" presId="urn:microsoft.com/office/officeart/2005/8/layout/hierarchy3"/>
    <dgm:cxn modelId="{B1E89337-BD64-43C5-AD76-906DE71FEB19}" type="presOf" srcId="{41002A26-F8D4-4AAE-BCB0-CB6F1DA3F586}" destId="{BE65FDF9-B468-4C88-A20B-3088F066D85B}" srcOrd="0" destOrd="0" presId="urn:microsoft.com/office/officeart/2005/8/layout/hierarchy3"/>
    <dgm:cxn modelId="{F62AEC3B-BF19-42FB-BDF0-48933846799C}" srcId="{22CF12D4-0C94-4CEA-817A-ECCB9F969D9B}" destId="{C4AB43B4-227B-4167-8CB8-88243C24813F}" srcOrd="1" destOrd="0" parTransId="{968AD084-BBB7-4EF9-ADF8-17A2AE97E4E7}" sibTransId="{B117CBAB-D2D7-4C7A-8A95-60423AF614DE}"/>
    <dgm:cxn modelId="{BE8A475D-28C5-4C05-BC33-9FE132EC431D}" type="presOf" srcId="{619983EA-A2E7-42EA-AF10-041E78B87210}" destId="{0088F0FB-2D13-4312-8B33-E4149AD4A516}" srcOrd="0" destOrd="0" presId="urn:microsoft.com/office/officeart/2005/8/layout/hierarchy3"/>
    <dgm:cxn modelId="{82C50A41-0A6F-437A-B330-323EA25BDBCC}" srcId="{2CB87795-E5B0-4A68-9728-ABB1413F456D}" destId="{41002A26-F8D4-4AAE-BCB0-CB6F1DA3F586}" srcOrd="0" destOrd="0" parTransId="{DF638B96-21F7-4C2E-890A-E7562CFCE94C}" sibTransId="{6F9E2A39-4683-4674-B43C-DC8FD619C06C}"/>
    <dgm:cxn modelId="{FAE18C68-742C-4551-AB94-D0C5D452A7A2}" srcId="{41002A26-F8D4-4AAE-BCB0-CB6F1DA3F586}" destId="{4973874E-4D04-4CE2-B2B6-19B93D73292C}" srcOrd="0" destOrd="0" parTransId="{6CEF4FDE-EAB8-4983-820D-BFA0EF4C8CA4}" sibTransId="{8F3303E8-8379-4F6C-8B78-CDB9EAE60EAE}"/>
    <dgm:cxn modelId="{8841DE48-6552-467F-A958-28F0F97E5335}" srcId="{2CB87795-E5B0-4A68-9728-ABB1413F456D}" destId="{A5F2C567-60BD-4D13-A4AE-C5D53726DE34}" srcOrd="2" destOrd="0" parTransId="{EABF6B46-4CE4-4E3E-A23E-403E56A3876F}" sibTransId="{5294F43A-6DE6-4A43-9E0B-E1F8E5FBD352}"/>
    <dgm:cxn modelId="{7E6D6C4B-B914-46BB-A5A0-5846F3816E1D}" srcId="{A5F2C567-60BD-4D13-A4AE-C5D53726DE34}" destId="{64FA1147-2832-4071-A5AC-480EAE447267}" srcOrd="0" destOrd="0" parTransId="{619983EA-A2E7-42EA-AF10-041E78B87210}" sibTransId="{5901DB41-D05C-4B64-9E81-30EB8DA307F6}"/>
    <dgm:cxn modelId="{7A0FC94D-95B7-4B90-BDB9-D83D2BBA3C9B}" srcId="{C9F08940-77D3-4267-867F-A21FEF8B4B25}" destId="{D6D53BA9-839E-4512-A437-BCF8084D1A04}" srcOrd="1" destOrd="0" parTransId="{B2F30F97-AB18-41EC-BA84-3B7F29F55A81}" sibTransId="{4BE05BFD-C759-4435-AB4E-B7ABFD8303B6}"/>
    <dgm:cxn modelId="{1CFCAB51-56CA-48CA-9408-9D51841BA28C}" srcId="{41002A26-F8D4-4AAE-BCB0-CB6F1DA3F586}" destId="{5CDAFEDC-DFB8-4537-A872-0255C94C7C09}" srcOrd="1" destOrd="0" parTransId="{2F20A733-CBFF-41CE-AEC5-8A3ECF28F82F}" sibTransId="{1A2FBB39-5287-406F-9C28-24E69DC54369}"/>
    <dgm:cxn modelId="{2BC21973-E9B8-4C1C-AD51-463E3F51F21C}" type="presOf" srcId="{D6D53BA9-839E-4512-A437-BCF8084D1A04}" destId="{845AF6F3-47B3-465A-B022-109CA0821BD3}" srcOrd="0" destOrd="0" presId="urn:microsoft.com/office/officeart/2005/8/layout/hierarchy3"/>
    <dgm:cxn modelId="{61DAA977-9F2E-4939-9138-3E7F62637F3B}" type="presOf" srcId="{A5F2C567-60BD-4D13-A4AE-C5D53726DE34}" destId="{85DB37DC-B8C5-4C7C-88C5-8EA22DF8A24F}" srcOrd="1" destOrd="0" presId="urn:microsoft.com/office/officeart/2005/8/layout/hierarchy3"/>
    <dgm:cxn modelId="{64034658-B147-43E3-9CCD-098E258060CB}" type="presOf" srcId="{BED4D4A1-F70D-41D4-8D8B-447BDB827809}" destId="{7421F071-30E1-4589-936C-8C05EEAABB03}" srcOrd="0" destOrd="0" presId="urn:microsoft.com/office/officeart/2005/8/layout/hierarchy3"/>
    <dgm:cxn modelId="{8665F47F-184F-496B-AC73-DC8E0279370C}" type="presOf" srcId="{C4AB43B4-227B-4167-8CB8-88243C24813F}" destId="{E9CAE4EB-BB27-4805-B4BE-D2783DE42DF2}" srcOrd="0" destOrd="0" presId="urn:microsoft.com/office/officeart/2005/8/layout/hierarchy3"/>
    <dgm:cxn modelId="{CBF99686-9A8C-4AD1-A7DC-5D4F3DCD6AFA}" type="presOf" srcId="{D3D75CE8-5A52-4574-B541-6E08CF45353C}" destId="{23FD5A17-EE23-4AB3-9765-8332A8317C5E}" srcOrd="0" destOrd="0" presId="urn:microsoft.com/office/officeart/2005/8/layout/hierarchy3"/>
    <dgm:cxn modelId="{BC69D186-0A43-4D8E-BF9C-F03125AD8B7C}" srcId="{2CB87795-E5B0-4A68-9728-ABB1413F456D}" destId="{C9F08940-77D3-4267-867F-A21FEF8B4B25}" srcOrd="1" destOrd="0" parTransId="{C6A53157-589B-4D80-BA6E-D4F8D435541F}" sibTransId="{9ACCE596-00F3-4BAC-9328-4C85A3CB4891}"/>
    <dgm:cxn modelId="{91A9E48E-4392-411D-A6FE-FD4B5E829083}" type="presOf" srcId="{2CB87795-E5B0-4A68-9728-ABB1413F456D}" destId="{D12842C8-B8F8-46E3-A9F1-1A7301523C31}" srcOrd="0" destOrd="0" presId="urn:microsoft.com/office/officeart/2005/8/layout/hierarchy3"/>
    <dgm:cxn modelId="{DFDB7C97-A602-475B-A79C-5E7D59D581A1}" type="presOf" srcId="{C9F08940-77D3-4267-867F-A21FEF8B4B25}" destId="{FF4F3650-F4AC-4646-8032-42F0B8348CC7}" srcOrd="1" destOrd="0" presId="urn:microsoft.com/office/officeart/2005/8/layout/hierarchy3"/>
    <dgm:cxn modelId="{8779ACA0-C8D1-4EE9-95E8-583A4B30938A}" type="presOf" srcId="{4973874E-4D04-4CE2-B2B6-19B93D73292C}" destId="{0EA1744F-3C3E-48C6-9512-1D1211E729E8}" srcOrd="0" destOrd="0" presId="urn:microsoft.com/office/officeart/2005/8/layout/hierarchy3"/>
    <dgm:cxn modelId="{9C0915A3-7A82-4CF1-ABC6-8386947758A1}" type="presOf" srcId="{A5F2C567-60BD-4D13-A4AE-C5D53726DE34}" destId="{4216B492-F3B1-4305-B1C2-73A596DA495A}" srcOrd="0" destOrd="0" presId="urn:microsoft.com/office/officeart/2005/8/layout/hierarchy3"/>
    <dgm:cxn modelId="{E19245C1-832C-4A54-B192-4E8425CC9EF7}" type="presOf" srcId="{B60806E4-5133-40A5-A948-6023CAA4F7FE}" destId="{06D8A421-84AD-4C6B-9125-140316F6E3A2}" srcOrd="0" destOrd="0" presId="urn:microsoft.com/office/officeart/2005/8/layout/hierarchy3"/>
    <dgm:cxn modelId="{416B0AC2-E7D1-44D2-8A8A-1717F180C87E}" type="presOf" srcId="{22CF12D4-0C94-4CEA-817A-ECCB9F969D9B}" destId="{D9C00676-E5B4-4945-8984-8DE7D4769AD6}" srcOrd="1" destOrd="0" presId="urn:microsoft.com/office/officeart/2005/8/layout/hierarchy3"/>
    <dgm:cxn modelId="{A12DF6C8-D1BC-4B19-B802-263BE5C505D5}" type="presOf" srcId="{6CEF4FDE-EAB8-4983-820D-BFA0EF4C8CA4}" destId="{347EF763-E65C-4FEE-A42B-6314DF3FC92E}" srcOrd="0" destOrd="0" presId="urn:microsoft.com/office/officeart/2005/8/layout/hierarchy3"/>
    <dgm:cxn modelId="{6A6292D4-2854-40E4-9304-BDB8E56CF3F7}" type="presOf" srcId="{41002A26-F8D4-4AAE-BCB0-CB6F1DA3F586}" destId="{C206B704-BF28-423A-B117-FE05008D13E6}" srcOrd="1" destOrd="0" presId="urn:microsoft.com/office/officeart/2005/8/layout/hierarchy3"/>
    <dgm:cxn modelId="{140433DB-FD45-49DA-85C8-C9AE6377FFF2}" type="presOf" srcId="{5CDAFEDC-DFB8-4537-A872-0255C94C7C09}" destId="{BDE24B8E-BBD2-48F9-A437-ECCB16FC9F8A}" srcOrd="0" destOrd="0" presId="urn:microsoft.com/office/officeart/2005/8/layout/hierarchy3"/>
    <dgm:cxn modelId="{3A56BEEF-8309-486D-AF09-100E29F98509}" type="presOf" srcId="{4E161424-F09C-453D-91A9-867D0F901772}" destId="{8C392F91-97C5-4289-8306-22AEF1CAABCC}" srcOrd="0" destOrd="0" presId="urn:microsoft.com/office/officeart/2005/8/layout/hierarchy3"/>
    <dgm:cxn modelId="{962CC2F4-8311-40D1-A645-873B20FC4A24}" type="presOf" srcId="{B2F30F97-AB18-41EC-BA84-3B7F29F55A81}" destId="{99353A3B-001C-4063-92DE-01086CC7E28F}" srcOrd="0" destOrd="0" presId="urn:microsoft.com/office/officeart/2005/8/layout/hierarchy3"/>
    <dgm:cxn modelId="{B951F6F8-CB17-498E-8BCB-D464294FBD2C}" type="presOf" srcId="{C0C8386E-19CB-497B-BDCE-59171BF4CD92}" destId="{C3052E01-E1EE-4D66-943A-0536A4457301}" srcOrd="0" destOrd="0" presId="urn:microsoft.com/office/officeart/2005/8/layout/hierarchy3"/>
    <dgm:cxn modelId="{AC0D0CF9-E36B-4885-9A13-8D4A000ADB89}" srcId="{C9F08940-77D3-4267-867F-A21FEF8B4B25}" destId="{BED4D4A1-F70D-41D4-8D8B-447BDB827809}" srcOrd="0" destOrd="0" parTransId="{B8EE2D02-E1FB-4338-BA33-95282F3AD9A8}" sibTransId="{02A398EA-14C7-41DA-BED3-3DD0398AA44E}"/>
    <dgm:cxn modelId="{17BE1AFA-19F2-47D0-B95E-3E0BE20CDFCB}" type="presOf" srcId="{B8EE2D02-E1FB-4338-BA33-95282F3AD9A8}" destId="{5E17FBB4-980A-47AD-A23F-1B27C5A90372}" srcOrd="0" destOrd="0" presId="urn:microsoft.com/office/officeart/2005/8/layout/hierarchy3"/>
    <dgm:cxn modelId="{291BB87F-FFC0-40AC-9121-09D13D7AF6FA}" type="presParOf" srcId="{D12842C8-B8F8-46E3-A9F1-1A7301523C31}" destId="{034AA6E2-2B97-4318-AB04-8A5FF92B001C}" srcOrd="0" destOrd="0" presId="urn:microsoft.com/office/officeart/2005/8/layout/hierarchy3"/>
    <dgm:cxn modelId="{4E6430A0-D6D9-4052-80E0-F9F40BA283CB}" type="presParOf" srcId="{034AA6E2-2B97-4318-AB04-8A5FF92B001C}" destId="{6A4DB74D-0BE8-40CB-9675-F73C56DBA4BB}" srcOrd="0" destOrd="0" presId="urn:microsoft.com/office/officeart/2005/8/layout/hierarchy3"/>
    <dgm:cxn modelId="{CCDBF767-97ED-4E22-8353-58DD83BBBEBC}" type="presParOf" srcId="{6A4DB74D-0BE8-40CB-9675-F73C56DBA4BB}" destId="{BE65FDF9-B468-4C88-A20B-3088F066D85B}" srcOrd="0" destOrd="0" presId="urn:microsoft.com/office/officeart/2005/8/layout/hierarchy3"/>
    <dgm:cxn modelId="{793EC8D2-479C-4CCD-9052-8B662D27F24F}" type="presParOf" srcId="{6A4DB74D-0BE8-40CB-9675-F73C56DBA4BB}" destId="{C206B704-BF28-423A-B117-FE05008D13E6}" srcOrd="1" destOrd="0" presId="urn:microsoft.com/office/officeart/2005/8/layout/hierarchy3"/>
    <dgm:cxn modelId="{8EBC25C0-AFC7-48BE-9324-5ADE9103ABB8}" type="presParOf" srcId="{034AA6E2-2B97-4318-AB04-8A5FF92B001C}" destId="{EBEEDA60-774D-4822-ABA9-CF3865002FF1}" srcOrd="1" destOrd="0" presId="urn:microsoft.com/office/officeart/2005/8/layout/hierarchy3"/>
    <dgm:cxn modelId="{6B4E1D6E-4EFF-418D-A9A3-B3D8A993A640}" type="presParOf" srcId="{EBEEDA60-774D-4822-ABA9-CF3865002FF1}" destId="{347EF763-E65C-4FEE-A42B-6314DF3FC92E}" srcOrd="0" destOrd="0" presId="urn:microsoft.com/office/officeart/2005/8/layout/hierarchy3"/>
    <dgm:cxn modelId="{4E95C130-DA49-4B6D-999C-6E41C8F0F113}" type="presParOf" srcId="{EBEEDA60-774D-4822-ABA9-CF3865002FF1}" destId="{0EA1744F-3C3E-48C6-9512-1D1211E729E8}" srcOrd="1" destOrd="0" presId="urn:microsoft.com/office/officeart/2005/8/layout/hierarchy3"/>
    <dgm:cxn modelId="{61788B2F-BCBB-4BB7-889B-A20493D46EE4}" type="presParOf" srcId="{EBEEDA60-774D-4822-ABA9-CF3865002FF1}" destId="{7FA938B6-0845-4860-947F-0836B84F4577}" srcOrd="2" destOrd="0" presId="urn:microsoft.com/office/officeart/2005/8/layout/hierarchy3"/>
    <dgm:cxn modelId="{5896215A-8952-416E-BD8E-5FA895DDA860}" type="presParOf" srcId="{EBEEDA60-774D-4822-ABA9-CF3865002FF1}" destId="{BDE24B8E-BBD2-48F9-A437-ECCB16FC9F8A}" srcOrd="3" destOrd="0" presId="urn:microsoft.com/office/officeart/2005/8/layout/hierarchy3"/>
    <dgm:cxn modelId="{9986F3BE-C115-4875-8907-C10447EC62D1}" type="presParOf" srcId="{D12842C8-B8F8-46E3-A9F1-1A7301523C31}" destId="{59A7448D-05F2-46E9-AB13-F26DE2D1C7F7}" srcOrd="1" destOrd="0" presId="urn:microsoft.com/office/officeart/2005/8/layout/hierarchy3"/>
    <dgm:cxn modelId="{92FFCC09-4CEE-4666-927F-AA49543CF8E1}" type="presParOf" srcId="{59A7448D-05F2-46E9-AB13-F26DE2D1C7F7}" destId="{A2AB1A20-A942-4FF6-B543-DEE5E24B377D}" srcOrd="0" destOrd="0" presId="urn:microsoft.com/office/officeart/2005/8/layout/hierarchy3"/>
    <dgm:cxn modelId="{48F58AD8-3889-44E2-ADFC-848950A858C7}" type="presParOf" srcId="{A2AB1A20-A942-4FF6-B543-DEE5E24B377D}" destId="{6AA8A32D-AA7A-4351-A23A-740B724AA7CF}" srcOrd="0" destOrd="0" presId="urn:microsoft.com/office/officeart/2005/8/layout/hierarchy3"/>
    <dgm:cxn modelId="{B06E24CA-DF8D-4E15-A612-5824BC468438}" type="presParOf" srcId="{A2AB1A20-A942-4FF6-B543-DEE5E24B377D}" destId="{FF4F3650-F4AC-4646-8032-42F0B8348CC7}" srcOrd="1" destOrd="0" presId="urn:microsoft.com/office/officeart/2005/8/layout/hierarchy3"/>
    <dgm:cxn modelId="{B04ED56F-A281-479D-84F2-6DA01A7F38D8}" type="presParOf" srcId="{59A7448D-05F2-46E9-AB13-F26DE2D1C7F7}" destId="{B3BCAA5E-108B-4423-9650-7AF5139362AC}" srcOrd="1" destOrd="0" presId="urn:microsoft.com/office/officeart/2005/8/layout/hierarchy3"/>
    <dgm:cxn modelId="{AAC46BA2-8636-46F8-893C-806F98FD67A2}" type="presParOf" srcId="{B3BCAA5E-108B-4423-9650-7AF5139362AC}" destId="{5E17FBB4-980A-47AD-A23F-1B27C5A90372}" srcOrd="0" destOrd="0" presId="urn:microsoft.com/office/officeart/2005/8/layout/hierarchy3"/>
    <dgm:cxn modelId="{72237D6F-ED56-4161-8F9E-FA5D1E82F2E4}" type="presParOf" srcId="{B3BCAA5E-108B-4423-9650-7AF5139362AC}" destId="{7421F071-30E1-4589-936C-8C05EEAABB03}" srcOrd="1" destOrd="0" presId="urn:microsoft.com/office/officeart/2005/8/layout/hierarchy3"/>
    <dgm:cxn modelId="{3E06742E-0253-4C83-B500-EBFCA5D5E6A7}" type="presParOf" srcId="{B3BCAA5E-108B-4423-9650-7AF5139362AC}" destId="{99353A3B-001C-4063-92DE-01086CC7E28F}" srcOrd="2" destOrd="0" presId="urn:microsoft.com/office/officeart/2005/8/layout/hierarchy3"/>
    <dgm:cxn modelId="{2F763714-415A-4FBB-9038-B9786D013461}" type="presParOf" srcId="{B3BCAA5E-108B-4423-9650-7AF5139362AC}" destId="{845AF6F3-47B3-465A-B022-109CA0821BD3}" srcOrd="3" destOrd="0" presId="urn:microsoft.com/office/officeart/2005/8/layout/hierarchy3"/>
    <dgm:cxn modelId="{A8B94475-92E2-44F3-B388-CCC8A1F29832}" type="presParOf" srcId="{D12842C8-B8F8-46E3-A9F1-1A7301523C31}" destId="{2DE23AA8-B815-4820-9320-8FE554F6330C}" srcOrd="2" destOrd="0" presId="urn:microsoft.com/office/officeart/2005/8/layout/hierarchy3"/>
    <dgm:cxn modelId="{C894F70B-63E0-4E5B-952C-B9466B921599}" type="presParOf" srcId="{2DE23AA8-B815-4820-9320-8FE554F6330C}" destId="{D5CC7FB9-50DA-4655-BF62-226644722143}" srcOrd="0" destOrd="0" presId="urn:microsoft.com/office/officeart/2005/8/layout/hierarchy3"/>
    <dgm:cxn modelId="{939CF1FD-92EB-4018-8E06-A50FDB14C709}" type="presParOf" srcId="{D5CC7FB9-50DA-4655-BF62-226644722143}" destId="{4216B492-F3B1-4305-B1C2-73A596DA495A}" srcOrd="0" destOrd="0" presId="urn:microsoft.com/office/officeart/2005/8/layout/hierarchy3"/>
    <dgm:cxn modelId="{B5BF8D38-FCB1-44F8-8633-3C8A4D791069}" type="presParOf" srcId="{D5CC7FB9-50DA-4655-BF62-226644722143}" destId="{85DB37DC-B8C5-4C7C-88C5-8EA22DF8A24F}" srcOrd="1" destOrd="0" presId="urn:microsoft.com/office/officeart/2005/8/layout/hierarchy3"/>
    <dgm:cxn modelId="{71385219-42B2-464E-850E-C4007C95DDD9}" type="presParOf" srcId="{2DE23AA8-B815-4820-9320-8FE554F6330C}" destId="{EEC7F8D8-0295-48FC-A320-3336DB702E3D}" srcOrd="1" destOrd="0" presId="urn:microsoft.com/office/officeart/2005/8/layout/hierarchy3"/>
    <dgm:cxn modelId="{B18BAA44-1E64-4328-B743-7D2A49BE630F}" type="presParOf" srcId="{EEC7F8D8-0295-48FC-A320-3336DB702E3D}" destId="{0088F0FB-2D13-4312-8B33-E4149AD4A516}" srcOrd="0" destOrd="0" presId="urn:microsoft.com/office/officeart/2005/8/layout/hierarchy3"/>
    <dgm:cxn modelId="{B69464AA-5814-49E9-B92A-323B33C11AC1}" type="presParOf" srcId="{EEC7F8D8-0295-48FC-A320-3336DB702E3D}" destId="{BD30F885-BA27-4D78-81DA-FA7508820567}" srcOrd="1" destOrd="0" presId="urn:microsoft.com/office/officeart/2005/8/layout/hierarchy3"/>
    <dgm:cxn modelId="{F5F320B2-0665-4711-A5BF-C0198F3AB38B}" type="presParOf" srcId="{EEC7F8D8-0295-48FC-A320-3336DB702E3D}" destId="{8C392F91-97C5-4289-8306-22AEF1CAABCC}" srcOrd="2" destOrd="0" presId="urn:microsoft.com/office/officeart/2005/8/layout/hierarchy3"/>
    <dgm:cxn modelId="{8AC03FE1-422E-49D8-B97D-F0F90896535B}" type="presParOf" srcId="{EEC7F8D8-0295-48FC-A320-3336DB702E3D}" destId="{C3052E01-E1EE-4D66-943A-0536A4457301}" srcOrd="3" destOrd="0" presId="urn:microsoft.com/office/officeart/2005/8/layout/hierarchy3"/>
    <dgm:cxn modelId="{612BBBD0-11F3-4081-9B4C-528515F25FCB}" type="presParOf" srcId="{D12842C8-B8F8-46E3-A9F1-1A7301523C31}" destId="{BABB2AA8-A54F-401E-820C-D22F3A2321FD}" srcOrd="3" destOrd="0" presId="urn:microsoft.com/office/officeart/2005/8/layout/hierarchy3"/>
    <dgm:cxn modelId="{B0D13473-7B5E-43B3-BC03-7AE069975AF6}" type="presParOf" srcId="{BABB2AA8-A54F-401E-820C-D22F3A2321FD}" destId="{4447CEAD-ADD6-43E2-BCE1-FF6599BE2EC2}" srcOrd="0" destOrd="0" presId="urn:microsoft.com/office/officeart/2005/8/layout/hierarchy3"/>
    <dgm:cxn modelId="{D4C57FC7-EC7F-43B5-A36E-AF36D966B9B2}" type="presParOf" srcId="{4447CEAD-ADD6-43E2-BCE1-FF6599BE2EC2}" destId="{1F138596-E0A3-4AFB-9569-524052C93391}" srcOrd="0" destOrd="0" presId="urn:microsoft.com/office/officeart/2005/8/layout/hierarchy3"/>
    <dgm:cxn modelId="{656BC294-9B6D-47C5-BCB1-26858D7953CB}" type="presParOf" srcId="{4447CEAD-ADD6-43E2-BCE1-FF6599BE2EC2}" destId="{D9C00676-E5B4-4945-8984-8DE7D4769AD6}" srcOrd="1" destOrd="0" presId="urn:microsoft.com/office/officeart/2005/8/layout/hierarchy3"/>
    <dgm:cxn modelId="{A2316603-D65C-4E81-A749-44E364883E3D}" type="presParOf" srcId="{BABB2AA8-A54F-401E-820C-D22F3A2321FD}" destId="{F26CFF31-3AF1-42F9-8D06-63C0449DE948}" srcOrd="1" destOrd="0" presId="urn:microsoft.com/office/officeart/2005/8/layout/hierarchy3"/>
    <dgm:cxn modelId="{9B9DB1E1-B01C-4675-9C35-8F89E1CE169A}" type="presParOf" srcId="{F26CFF31-3AF1-42F9-8D06-63C0449DE948}" destId="{06D8A421-84AD-4C6B-9125-140316F6E3A2}" srcOrd="0" destOrd="0" presId="urn:microsoft.com/office/officeart/2005/8/layout/hierarchy3"/>
    <dgm:cxn modelId="{237E58DF-1DA1-4CD9-ACD2-798124F589A4}" type="presParOf" srcId="{F26CFF31-3AF1-42F9-8D06-63C0449DE948}" destId="{23FD5A17-EE23-4AB3-9765-8332A8317C5E}" srcOrd="1" destOrd="0" presId="urn:microsoft.com/office/officeart/2005/8/layout/hierarchy3"/>
    <dgm:cxn modelId="{3E575EB8-BADA-492D-8065-FF710DC451BC}" type="presParOf" srcId="{F26CFF31-3AF1-42F9-8D06-63C0449DE948}" destId="{F0C6AAB4-84B1-425A-B63F-D4113849A5B5}" srcOrd="2" destOrd="0" presId="urn:microsoft.com/office/officeart/2005/8/layout/hierarchy3"/>
    <dgm:cxn modelId="{59A1512F-22C5-4C63-82F4-F9C6DFDAAAF1}" type="presParOf" srcId="{F26CFF31-3AF1-42F9-8D06-63C0449DE948}" destId="{E9CAE4EB-BB27-4805-B4BE-D2783DE42DF2}"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0FA891-4E35-464C-BC4D-95C1D13606E2}" type="doc">
      <dgm:prSet loTypeId="urn:microsoft.com/office/officeart/2005/8/layout/vList5" loCatId="list" qsTypeId="urn:microsoft.com/office/officeart/2005/8/quickstyle/3d1" qsCatId="3D" csTypeId="urn:microsoft.com/office/officeart/2005/8/colors/accent1_2" csCatId="accent1"/>
      <dgm:spPr/>
      <dgm:t>
        <a:bodyPr/>
        <a:lstStyle/>
        <a:p>
          <a:endParaRPr lang="en-GB"/>
        </a:p>
      </dgm:t>
    </dgm:pt>
    <dgm:pt modelId="{ABFBB2A6-D920-48C6-B478-DB028DDEF693}">
      <dgm:prSet/>
      <dgm:spPr/>
      <dgm:t>
        <a:bodyPr/>
        <a:lstStyle/>
        <a:p>
          <a:r>
            <a:rPr lang="nl-NL" b="0" dirty="0"/>
            <a:t>Hergebruik van data doelt in deze context op het gebruiken van eerder verzamelde data uit onderzoek of andere bronnen voor een lopend onderzoeksproject. Voorbeelden van data die je kunt hergebruiken zijn:</a:t>
          </a:r>
          <a:endParaRPr lang="nl-NL" dirty="0"/>
        </a:p>
      </dgm:t>
    </dgm:pt>
    <dgm:pt modelId="{6F5BF200-C7A2-4066-9BC5-706806BA4FB2}" type="parTrans" cxnId="{16616644-97A1-44FD-8AA2-D54560FFD70E}">
      <dgm:prSet/>
      <dgm:spPr/>
      <dgm:t>
        <a:bodyPr/>
        <a:lstStyle/>
        <a:p>
          <a:endParaRPr lang="en-GB"/>
        </a:p>
      </dgm:t>
    </dgm:pt>
    <dgm:pt modelId="{936EDA2B-23FA-4157-A409-E8A4D7AAB134}" type="sibTrans" cxnId="{16616644-97A1-44FD-8AA2-D54560FFD70E}">
      <dgm:prSet/>
      <dgm:spPr/>
      <dgm:t>
        <a:bodyPr/>
        <a:lstStyle/>
        <a:p>
          <a:endParaRPr lang="en-GB"/>
        </a:p>
      </dgm:t>
    </dgm:pt>
    <dgm:pt modelId="{099C2976-50EF-48A4-9024-F4AFE39A3200}">
      <dgm:prSet/>
      <dgm:spPr/>
      <dgm:t>
        <a:bodyPr/>
        <a:lstStyle/>
        <a:p>
          <a:r>
            <a:rPr lang="nl-NL" b="0"/>
            <a:t>Datasets van eerder (eigen of niet eigen) onderzoek</a:t>
          </a:r>
          <a:endParaRPr lang="nl-NL"/>
        </a:p>
      </dgm:t>
    </dgm:pt>
    <dgm:pt modelId="{B4386443-2340-4DE0-A21E-4A897C8D9FFC}" type="parTrans" cxnId="{0AEE04D1-19BF-42B9-B954-4CC9942C2D24}">
      <dgm:prSet/>
      <dgm:spPr/>
      <dgm:t>
        <a:bodyPr/>
        <a:lstStyle/>
        <a:p>
          <a:endParaRPr lang="en-GB"/>
        </a:p>
      </dgm:t>
    </dgm:pt>
    <dgm:pt modelId="{F589C511-84B2-48F9-AC95-9AB4EA6E63E1}" type="sibTrans" cxnId="{0AEE04D1-19BF-42B9-B954-4CC9942C2D24}">
      <dgm:prSet/>
      <dgm:spPr/>
      <dgm:t>
        <a:bodyPr/>
        <a:lstStyle/>
        <a:p>
          <a:endParaRPr lang="en-GB"/>
        </a:p>
      </dgm:t>
    </dgm:pt>
    <dgm:pt modelId="{BA4C3546-04D9-4306-B29D-108B5E9B21B2}">
      <dgm:prSet/>
      <dgm:spPr/>
      <dgm:t>
        <a:bodyPr/>
        <a:lstStyle/>
        <a:p>
          <a:r>
            <a:rPr lang="nl-NL" b="0"/>
            <a:t>Beleidsonderzoek - onderwijsdata</a:t>
          </a:r>
          <a:endParaRPr lang="nl-NL"/>
        </a:p>
      </dgm:t>
    </dgm:pt>
    <dgm:pt modelId="{323D1C33-FC15-452A-A00A-60FE1F48A6F8}" type="parTrans" cxnId="{E8C8FAE5-5941-4B8B-95C7-12EEE566C86C}">
      <dgm:prSet/>
      <dgm:spPr/>
      <dgm:t>
        <a:bodyPr/>
        <a:lstStyle/>
        <a:p>
          <a:endParaRPr lang="en-GB"/>
        </a:p>
      </dgm:t>
    </dgm:pt>
    <dgm:pt modelId="{9D46E828-6F7B-4946-9D07-7052DDC7F238}" type="sibTrans" cxnId="{E8C8FAE5-5941-4B8B-95C7-12EEE566C86C}">
      <dgm:prSet/>
      <dgm:spPr/>
      <dgm:t>
        <a:bodyPr/>
        <a:lstStyle/>
        <a:p>
          <a:endParaRPr lang="en-GB"/>
        </a:p>
      </dgm:t>
    </dgm:pt>
    <dgm:pt modelId="{23AA24EA-2914-482B-BBA1-5F5DBA8ECEA4}">
      <dgm:prSet/>
      <dgm:spPr/>
      <dgm:t>
        <a:bodyPr/>
        <a:lstStyle/>
        <a:p>
          <a:r>
            <a:rPr lang="nl-NL" b="0"/>
            <a:t>Patiënten dossiers</a:t>
          </a:r>
          <a:endParaRPr lang="nl-NL"/>
        </a:p>
      </dgm:t>
    </dgm:pt>
    <dgm:pt modelId="{425EE932-5100-474D-9E02-1104E7F19FB6}" type="parTrans" cxnId="{8500CEDE-4818-422C-8480-91AEC12C26F3}">
      <dgm:prSet/>
      <dgm:spPr/>
      <dgm:t>
        <a:bodyPr/>
        <a:lstStyle/>
        <a:p>
          <a:endParaRPr lang="en-GB"/>
        </a:p>
      </dgm:t>
    </dgm:pt>
    <dgm:pt modelId="{239237EA-01A6-4219-8F5A-A955BE780D38}" type="sibTrans" cxnId="{8500CEDE-4818-422C-8480-91AEC12C26F3}">
      <dgm:prSet/>
      <dgm:spPr/>
      <dgm:t>
        <a:bodyPr/>
        <a:lstStyle/>
        <a:p>
          <a:endParaRPr lang="en-GB"/>
        </a:p>
      </dgm:t>
    </dgm:pt>
    <dgm:pt modelId="{035C8B7C-D881-421A-BEA0-7768E49AABC9}">
      <dgm:prSet/>
      <dgm:spPr/>
      <dgm:t>
        <a:bodyPr/>
        <a:lstStyle/>
        <a:p>
          <a:r>
            <a:rPr lang="nl-NL" b="0"/>
            <a:t>Bedrijfsdata</a:t>
          </a:r>
          <a:endParaRPr lang="nl-NL"/>
        </a:p>
      </dgm:t>
    </dgm:pt>
    <dgm:pt modelId="{863B498A-592F-43ED-BB38-230B5DAA5BF3}" type="parTrans" cxnId="{E019E279-AC77-4F42-B355-1DF236ABE247}">
      <dgm:prSet/>
      <dgm:spPr/>
      <dgm:t>
        <a:bodyPr/>
        <a:lstStyle/>
        <a:p>
          <a:endParaRPr lang="en-GB"/>
        </a:p>
      </dgm:t>
    </dgm:pt>
    <dgm:pt modelId="{17DD969A-8B59-4065-A07E-7B3AEB7B82BF}" type="sibTrans" cxnId="{E019E279-AC77-4F42-B355-1DF236ABE247}">
      <dgm:prSet/>
      <dgm:spPr/>
      <dgm:t>
        <a:bodyPr/>
        <a:lstStyle/>
        <a:p>
          <a:endParaRPr lang="en-GB"/>
        </a:p>
      </dgm:t>
    </dgm:pt>
    <dgm:pt modelId="{79BAC437-C881-42EA-BBB4-18EA0AB4D5C2}">
      <dgm:prSet/>
      <dgm:spPr/>
      <dgm:t>
        <a:bodyPr/>
        <a:lstStyle/>
        <a:p>
          <a:r>
            <a:rPr lang="nl-NL" b="0"/>
            <a:t>Overheidsdata </a:t>
          </a:r>
          <a:endParaRPr lang="nl-NL"/>
        </a:p>
      </dgm:t>
    </dgm:pt>
    <dgm:pt modelId="{1AB5DBD3-296F-4DEE-A776-0C808AE4FE83}" type="parTrans" cxnId="{875D4B1B-C366-4B3C-ADCC-172BBD7AA59C}">
      <dgm:prSet/>
      <dgm:spPr/>
      <dgm:t>
        <a:bodyPr/>
        <a:lstStyle/>
        <a:p>
          <a:endParaRPr lang="en-GB"/>
        </a:p>
      </dgm:t>
    </dgm:pt>
    <dgm:pt modelId="{DE52EE1B-4745-40FE-956F-B5E1DFA6AB8D}" type="sibTrans" cxnId="{875D4B1B-C366-4B3C-ADCC-172BBD7AA59C}">
      <dgm:prSet/>
      <dgm:spPr/>
      <dgm:t>
        <a:bodyPr/>
        <a:lstStyle/>
        <a:p>
          <a:endParaRPr lang="en-GB"/>
        </a:p>
      </dgm:t>
    </dgm:pt>
    <dgm:pt modelId="{27F82FED-91BA-4308-866F-25AA08BA127A}">
      <dgm:prSet/>
      <dgm:spPr/>
      <dgm:t>
        <a:bodyPr/>
        <a:lstStyle/>
        <a:p>
          <a:r>
            <a:rPr lang="nl-NL" b="0"/>
            <a:t>Sociale media/web scraping </a:t>
          </a:r>
          <a:endParaRPr lang="nl-NL"/>
        </a:p>
      </dgm:t>
    </dgm:pt>
    <dgm:pt modelId="{EB3C0520-1732-48EF-8BF4-7DCBF4B07D10}" type="parTrans" cxnId="{05676B53-F407-407C-B26B-C4C0691A835E}">
      <dgm:prSet/>
      <dgm:spPr/>
      <dgm:t>
        <a:bodyPr/>
        <a:lstStyle/>
        <a:p>
          <a:endParaRPr lang="en-GB"/>
        </a:p>
      </dgm:t>
    </dgm:pt>
    <dgm:pt modelId="{F9895CEA-4AD8-405B-A5BC-96EB5BF485C6}" type="sibTrans" cxnId="{05676B53-F407-407C-B26B-C4C0691A835E}">
      <dgm:prSet/>
      <dgm:spPr/>
      <dgm:t>
        <a:bodyPr/>
        <a:lstStyle/>
        <a:p>
          <a:endParaRPr lang="en-GB"/>
        </a:p>
      </dgm:t>
    </dgm:pt>
    <dgm:pt modelId="{0D233CF6-1BE2-4894-A02F-42FBCBB7CD47}">
      <dgm:prSet/>
      <dgm:spPr/>
      <dgm:t>
        <a:bodyPr/>
        <a:lstStyle/>
        <a:p>
          <a:r>
            <a:rPr lang="nl-NL" b="0"/>
            <a:t>Data van niet academische instituten </a:t>
          </a:r>
          <a:endParaRPr lang="nl-NL"/>
        </a:p>
      </dgm:t>
    </dgm:pt>
    <dgm:pt modelId="{CD7C9E09-BA00-429C-BE83-01F349602C94}" type="parTrans" cxnId="{C9F61B31-72AC-42D8-82C4-F9FA8AADAC33}">
      <dgm:prSet/>
      <dgm:spPr/>
      <dgm:t>
        <a:bodyPr/>
        <a:lstStyle/>
        <a:p>
          <a:endParaRPr lang="en-GB"/>
        </a:p>
      </dgm:t>
    </dgm:pt>
    <dgm:pt modelId="{400A47B3-FFDF-4817-8B30-B2972B40ABFA}" type="sibTrans" cxnId="{C9F61B31-72AC-42D8-82C4-F9FA8AADAC33}">
      <dgm:prSet/>
      <dgm:spPr/>
      <dgm:t>
        <a:bodyPr/>
        <a:lstStyle/>
        <a:p>
          <a:endParaRPr lang="en-GB"/>
        </a:p>
      </dgm:t>
    </dgm:pt>
    <dgm:pt modelId="{7871EA4F-0569-441E-9D0F-348C91EE62ED}" type="pres">
      <dgm:prSet presAssocID="{5A0FA891-4E35-464C-BC4D-95C1D13606E2}" presName="Name0" presStyleCnt="0">
        <dgm:presLayoutVars>
          <dgm:dir/>
          <dgm:animLvl val="lvl"/>
          <dgm:resizeHandles val="exact"/>
        </dgm:presLayoutVars>
      </dgm:prSet>
      <dgm:spPr/>
    </dgm:pt>
    <dgm:pt modelId="{DB0DBB6A-B2BD-4D39-95B5-B08F9A4BCB00}" type="pres">
      <dgm:prSet presAssocID="{ABFBB2A6-D920-48C6-B478-DB028DDEF693}" presName="linNode" presStyleCnt="0"/>
      <dgm:spPr/>
    </dgm:pt>
    <dgm:pt modelId="{A371D010-1304-49B8-89D3-693D303BE744}" type="pres">
      <dgm:prSet presAssocID="{ABFBB2A6-D920-48C6-B478-DB028DDEF693}" presName="parentText" presStyleLbl="node1" presStyleIdx="0" presStyleCnt="1">
        <dgm:presLayoutVars>
          <dgm:chMax val="1"/>
          <dgm:bulletEnabled val="1"/>
        </dgm:presLayoutVars>
      </dgm:prSet>
      <dgm:spPr/>
    </dgm:pt>
    <dgm:pt modelId="{0E7E4D75-888A-486B-9902-7CD9AAB1724C}" type="pres">
      <dgm:prSet presAssocID="{ABFBB2A6-D920-48C6-B478-DB028DDEF693}" presName="descendantText" presStyleLbl="alignAccFollowNode1" presStyleIdx="0" presStyleCnt="1">
        <dgm:presLayoutVars>
          <dgm:bulletEnabled val="1"/>
        </dgm:presLayoutVars>
      </dgm:prSet>
      <dgm:spPr/>
    </dgm:pt>
  </dgm:ptLst>
  <dgm:cxnLst>
    <dgm:cxn modelId="{875D4B1B-C366-4B3C-ADCC-172BBD7AA59C}" srcId="{ABFBB2A6-D920-48C6-B478-DB028DDEF693}" destId="{79BAC437-C881-42EA-BBB4-18EA0AB4D5C2}" srcOrd="4" destOrd="0" parTransId="{1AB5DBD3-296F-4DEE-A776-0C808AE4FE83}" sibTransId="{DE52EE1B-4745-40FE-956F-B5E1DFA6AB8D}"/>
    <dgm:cxn modelId="{C9F61B31-72AC-42D8-82C4-F9FA8AADAC33}" srcId="{ABFBB2A6-D920-48C6-B478-DB028DDEF693}" destId="{0D233CF6-1BE2-4894-A02F-42FBCBB7CD47}" srcOrd="6" destOrd="0" parTransId="{CD7C9E09-BA00-429C-BE83-01F349602C94}" sibTransId="{400A47B3-FFDF-4817-8B30-B2972B40ABFA}"/>
    <dgm:cxn modelId="{0ECC5A35-E3EA-422B-BE8F-B26E06B8DA3A}" type="presOf" srcId="{0D233CF6-1BE2-4894-A02F-42FBCBB7CD47}" destId="{0E7E4D75-888A-486B-9902-7CD9AAB1724C}" srcOrd="0" destOrd="6" presId="urn:microsoft.com/office/officeart/2005/8/layout/vList5"/>
    <dgm:cxn modelId="{42E5B842-D555-4E6B-981E-5AD925C86816}" type="presOf" srcId="{27F82FED-91BA-4308-866F-25AA08BA127A}" destId="{0E7E4D75-888A-486B-9902-7CD9AAB1724C}" srcOrd="0" destOrd="5" presId="urn:microsoft.com/office/officeart/2005/8/layout/vList5"/>
    <dgm:cxn modelId="{16616644-97A1-44FD-8AA2-D54560FFD70E}" srcId="{5A0FA891-4E35-464C-BC4D-95C1D13606E2}" destId="{ABFBB2A6-D920-48C6-B478-DB028DDEF693}" srcOrd="0" destOrd="0" parTransId="{6F5BF200-C7A2-4066-9BC5-706806BA4FB2}" sibTransId="{936EDA2B-23FA-4157-A409-E8A4D7AAB134}"/>
    <dgm:cxn modelId="{05676B53-F407-407C-B26B-C4C0691A835E}" srcId="{ABFBB2A6-D920-48C6-B478-DB028DDEF693}" destId="{27F82FED-91BA-4308-866F-25AA08BA127A}" srcOrd="5" destOrd="0" parTransId="{EB3C0520-1732-48EF-8BF4-7DCBF4B07D10}" sibTransId="{F9895CEA-4AD8-405B-A5BC-96EB5BF485C6}"/>
    <dgm:cxn modelId="{E2A4CB79-F4A8-4D51-A4CA-376AE7235543}" type="presOf" srcId="{23AA24EA-2914-482B-BBA1-5F5DBA8ECEA4}" destId="{0E7E4D75-888A-486B-9902-7CD9AAB1724C}" srcOrd="0" destOrd="2" presId="urn:microsoft.com/office/officeart/2005/8/layout/vList5"/>
    <dgm:cxn modelId="{E019E279-AC77-4F42-B355-1DF236ABE247}" srcId="{ABFBB2A6-D920-48C6-B478-DB028DDEF693}" destId="{035C8B7C-D881-421A-BEA0-7768E49AABC9}" srcOrd="3" destOrd="0" parTransId="{863B498A-592F-43ED-BB38-230B5DAA5BF3}" sibTransId="{17DD969A-8B59-4065-A07E-7B3AEB7B82BF}"/>
    <dgm:cxn modelId="{622C5787-A902-485D-8965-88A56467CFBC}" type="presOf" srcId="{5A0FA891-4E35-464C-BC4D-95C1D13606E2}" destId="{7871EA4F-0569-441E-9D0F-348C91EE62ED}" srcOrd="0" destOrd="0" presId="urn:microsoft.com/office/officeart/2005/8/layout/vList5"/>
    <dgm:cxn modelId="{7D803890-52B3-4CAA-BCF1-CEF94057A645}" type="presOf" srcId="{035C8B7C-D881-421A-BEA0-7768E49AABC9}" destId="{0E7E4D75-888A-486B-9902-7CD9AAB1724C}" srcOrd="0" destOrd="3" presId="urn:microsoft.com/office/officeart/2005/8/layout/vList5"/>
    <dgm:cxn modelId="{C4529991-1C63-4DF8-8833-7643A1FBE396}" type="presOf" srcId="{79BAC437-C881-42EA-BBB4-18EA0AB4D5C2}" destId="{0E7E4D75-888A-486B-9902-7CD9AAB1724C}" srcOrd="0" destOrd="4" presId="urn:microsoft.com/office/officeart/2005/8/layout/vList5"/>
    <dgm:cxn modelId="{FE106D99-42F1-476C-BD4A-6D50C94593C4}" type="presOf" srcId="{099C2976-50EF-48A4-9024-F4AFE39A3200}" destId="{0E7E4D75-888A-486B-9902-7CD9AAB1724C}" srcOrd="0" destOrd="0" presId="urn:microsoft.com/office/officeart/2005/8/layout/vList5"/>
    <dgm:cxn modelId="{944FD3C1-5231-42E6-BCCA-648F1FFA6D1B}" type="presOf" srcId="{BA4C3546-04D9-4306-B29D-108B5E9B21B2}" destId="{0E7E4D75-888A-486B-9902-7CD9AAB1724C}" srcOrd="0" destOrd="1" presId="urn:microsoft.com/office/officeart/2005/8/layout/vList5"/>
    <dgm:cxn modelId="{0AEE04D1-19BF-42B9-B954-4CC9942C2D24}" srcId="{ABFBB2A6-D920-48C6-B478-DB028DDEF693}" destId="{099C2976-50EF-48A4-9024-F4AFE39A3200}" srcOrd="0" destOrd="0" parTransId="{B4386443-2340-4DE0-A21E-4A897C8D9FFC}" sibTransId="{F589C511-84B2-48F9-AC95-9AB4EA6E63E1}"/>
    <dgm:cxn modelId="{8500CEDE-4818-422C-8480-91AEC12C26F3}" srcId="{ABFBB2A6-D920-48C6-B478-DB028DDEF693}" destId="{23AA24EA-2914-482B-BBA1-5F5DBA8ECEA4}" srcOrd="2" destOrd="0" parTransId="{425EE932-5100-474D-9E02-1104E7F19FB6}" sibTransId="{239237EA-01A6-4219-8F5A-A955BE780D38}"/>
    <dgm:cxn modelId="{E8C8FAE5-5941-4B8B-95C7-12EEE566C86C}" srcId="{ABFBB2A6-D920-48C6-B478-DB028DDEF693}" destId="{BA4C3546-04D9-4306-B29D-108B5E9B21B2}" srcOrd="1" destOrd="0" parTransId="{323D1C33-FC15-452A-A00A-60FE1F48A6F8}" sibTransId="{9D46E828-6F7B-4946-9D07-7052DDC7F238}"/>
    <dgm:cxn modelId="{EF7FECF4-C973-4B43-802F-AA138A3DB0A7}" type="presOf" srcId="{ABFBB2A6-D920-48C6-B478-DB028DDEF693}" destId="{A371D010-1304-49B8-89D3-693D303BE744}" srcOrd="0" destOrd="0" presId="urn:microsoft.com/office/officeart/2005/8/layout/vList5"/>
    <dgm:cxn modelId="{EB6BFB03-C49E-46AB-9DE3-4BF742C68F2E}" type="presParOf" srcId="{7871EA4F-0569-441E-9D0F-348C91EE62ED}" destId="{DB0DBB6A-B2BD-4D39-95B5-B08F9A4BCB00}" srcOrd="0" destOrd="0" presId="urn:microsoft.com/office/officeart/2005/8/layout/vList5"/>
    <dgm:cxn modelId="{67506B6E-CC88-4ADA-856D-2026F99A897F}" type="presParOf" srcId="{DB0DBB6A-B2BD-4D39-95B5-B08F9A4BCB00}" destId="{A371D010-1304-49B8-89D3-693D303BE744}" srcOrd="0" destOrd="0" presId="urn:microsoft.com/office/officeart/2005/8/layout/vList5"/>
    <dgm:cxn modelId="{06A477F5-5E04-4C50-9F6A-3468A825AE43}" type="presParOf" srcId="{DB0DBB6A-B2BD-4D39-95B5-B08F9A4BCB00}" destId="{0E7E4D75-888A-486B-9902-7CD9AAB1724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763907-6F7D-4096-B0EF-C13FE647DA40}" type="doc">
      <dgm:prSet loTypeId="urn:microsoft.com/office/officeart/2005/8/layout/vList5" loCatId="list" qsTypeId="urn:microsoft.com/office/officeart/2005/8/quickstyle/3d1" qsCatId="3D" csTypeId="urn:microsoft.com/office/officeart/2005/8/colors/accent1_2" csCatId="accent1"/>
      <dgm:spPr/>
      <dgm:t>
        <a:bodyPr/>
        <a:lstStyle/>
        <a:p>
          <a:endParaRPr lang="en-GB"/>
        </a:p>
      </dgm:t>
    </dgm:pt>
    <dgm:pt modelId="{10269E73-8F97-4390-B9F0-5291280D8F2B}">
      <dgm:prSet/>
      <dgm:spPr/>
      <dgm:t>
        <a:bodyPr/>
        <a:lstStyle/>
        <a:p>
          <a:r>
            <a:rPr lang="nl-NL" b="1"/>
            <a:t>Waarom data hergebruiken? </a:t>
          </a:r>
          <a:endParaRPr lang="nl-NL"/>
        </a:p>
      </dgm:t>
    </dgm:pt>
    <dgm:pt modelId="{12019CF5-F379-48EC-85CD-57A7E3022343}" type="parTrans" cxnId="{630903EF-99CE-49E6-8994-B2A090A9C7BE}">
      <dgm:prSet/>
      <dgm:spPr/>
      <dgm:t>
        <a:bodyPr/>
        <a:lstStyle/>
        <a:p>
          <a:endParaRPr lang="en-GB"/>
        </a:p>
      </dgm:t>
    </dgm:pt>
    <dgm:pt modelId="{7F3B93A6-F889-46C5-80B4-9C47A3B378F5}" type="sibTrans" cxnId="{630903EF-99CE-49E6-8994-B2A090A9C7BE}">
      <dgm:prSet/>
      <dgm:spPr/>
      <dgm:t>
        <a:bodyPr/>
        <a:lstStyle/>
        <a:p>
          <a:endParaRPr lang="en-GB"/>
        </a:p>
      </dgm:t>
    </dgm:pt>
    <dgm:pt modelId="{0B06587C-D1E4-4A7E-9580-3293E6412666}">
      <dgm:prSet/>
      <dgm:spPr/>
      <dgm:t>
        <a:bodyPr/>
        <a:lstStyle/>
        <a:p>
          <a:r>
            <a:rPr lang="nl-NL" b="0"/>
            <a:t>Geld besparen</a:t>
          </a:r>
          <a:endParaRPr lang="nl-NL"/>
        </a:p>
      </dgm:t>
    </dgm:pt>
    <dgm:pt modelId="{37917B7B-59D8-45A9-BAC6-A49825B6A33D}" type="parTrans" cxnId="{ACEAF802-65BC-4B39-B109-9971C8A7E369}">
      <dgm:prSet/>
      <dgm:spPr/>
      <dgm:t>
        <a:bodyPr/>
        <a:lstStyle/>
        <a:p>
          <a:endParaRPr lang="en-GB"/>
        </a:p>
      </dgm:t>
    </dgm:pt>
    <dgm:pt modelId="{C9475371-8522-4347-B4DB-825FD929EB51}" type="sibTrans" cxnId="{ACEAF802-65BC-4B39-B109-9971C8A7E369}">
      <dgm:prSet/>
      <dgm:spPr/>
      <dgm:t>
        <a:bodyPr/>
        <a:lstStyle/>
        <a:p>
          <a:endParaRPr lang="en-GB"/>
        </a:p>
      </dgm:t>
    </dgm:pt>
    <dgm:pt modelId="{BD9172ED-2C6E-43F2-B3C2-36A6A0E180EB}">
      <dgm:prSet/>
      <dgm:spPr/>
      <dgm:t>
        <a:bodyPr/>
        <a:lstStyle/>
        <a:p>
          <a:r>
            <a:rPr lang="nl-NL" b="0"/>
            <a:t>Tijd besparen</a:t>
          </a:r>
          <a:endParaRPr lang="nl-NL"/>
        </a:p>
      </dgm:t>
    </dgm:pt>
    <dgm:pt modelId="{743DB5CF-039F-4B69-A5DD-921B55E71183}" type="parTrans" cxnId="{82EA36D5-57A4-4FCB-AE18-158D6584D98B}">
      <dgm:prSet/>
      <dgm:spPr/>
      <dgm:t>
        <a:bodyPr/>
        <a:lstStyle/>
        <a:p>
          <a:endParaRPr lang="en-GB"/>
        </a:p>
      </dgm:t>
    </dgm:pt>
    <dgm:pt modelId="{9020525C-AEBB-494A-9292-EBAFB702A523}" type="sibTrans" cxnId="{82EA36D5-57A4-4FCB-AE18-158D6584D98B}">
      <dgm:prSet/>
      <dgm:spPr/>
      <dgm:t>
        <a:bodyPr/>
        <a:lstStyle/>
        <a:p>
          <a:endParaRPr lang="en-GB"/>
        </a:p>
      </dgm:t>
    </dgm:pt>
    <dgm:pt modelId="{0449F61A-5435-4BF9-A6E5-14D17D142FBF}">
      <dgm:prSet/>
      <dgm:spPr/>
      <dgm:t>
        <a:bodyPr/>
        <a:lstStyle/>
        <a:p>
          <a:r>
            <a:rPr lang="nl-NL" b="0"/>
            <a:t>Duurzaamheid</a:t>
          </a:r>
          <a:endParaRPr lang="nl-NL"/>
        </a:p>
      </dgm:t>
    </dgm:pt>
    <dgm:pt modelId="{1CC72473-EB17-4415-909A-BB34279AF130}" type="parTrans" cxnId="{9C75BA25-616C-4FC8-8A28-B07E7DBA81EA}">
      <dgm:prSet/>
      <dgm:spPr/>
      <dgm:t>
        <a:bodyPr/>
        <a:lstStyle/>
        <a:p>
          <a:endParaRPr lang="en-GB"/>
        </a:p>
      </dgm:t>
    </dgm:pt>
    <dgm:pt modelId="{266A1BC4-8892-4E8D-B9C5-923D4265EFE8}" type="sibTrans" cxnId="{9C75BA25-616C-4FC8-8A28-B07E7DBA81EA}">
      <dgm:prSet/>
      <dgm:spPr/>
      <dgm:t>
        <a:bodyPr/>
        <a:lstStyle/>
        <a:p>
          <a:endParaRPr lang="en-GB"/>
        </a:p>
      </dgm:t>
    </dgm:pt>
    <dgm:pt modelId="{3C6F2C4D-A45A-418C-A4D1-A29FC9DA0A70}">
      <dgm:prSet/>
      <dgm:spPr/>
      <dgm:t>
        <a:bodyPr/>
        <a:lstStyle/>
        <a:p>
          <a:r>
            <a:rPr lang="nl-NL" b="0"/>
            <a:t>Overvragen doelgroepen</a:t>
          </a:r>
          <a:endParaRPr lang="nl-NL"/>
        </a:p>
      </dgm:t>
    </dgm:pt>
    <dgm:pt modelId="{296D7451-11A4-4561-BA7E-58568274E2DD}" type="parTrans" cxnId="{7868EAF7-6C85-4DA0-85A1-8B2FDFA43644}">
      <dgm:prSet/>
      <dgm:spPr/>
      <dgm:t>
        <a:bodyPr/>
        <a:lstStyle/>
        <a:p>
          <a:endParaRPr lang="en-GB"/>
        </a:p>
      </dgm:t>
    </dgm:pt>
    <dgm:pt modelId="{0BC3A118-D411-4FE7-8456-A1FA0EEECE33}" type="sibTrans" cxnId="{7868EAF7-6C85-4DA0-85A1-8B2FDFA43644}">
      <dgm:prSet/>
      <dgm:spPr/>
      <dgm:t>
        <a:bodyPr/>
        <a:lstStyle/>
        <a:p>
          <a:endParaRPr lang="en-GB"/>
        </a:p>
      </dgm:t>
    </dgm:pt>
    <dgm:pt modelId="{54DDD230-E0E4-4AFD-98E1-E16D352FD754}">
      <dgm:prSet/>
      <dgm:spPr/>
      <dgm:t>
        <a:bodyPr/>
        <a:lstStyle/>
        <a:p>
          <a:r>
            <a:rPr lang="nl-NL" b="0"/>
            <a:t>Ethische overweging </a:t>
          </a:r>
          <a:endParaRPr lang="nl-NL"/>
        </a:p>
      </dgm:t>
    </dgm:pt>
    <dgm:pt modelId="{7F91BB30-C87C-488E-93AF-DCA91BF66D30}" type="parTrans" cxnId="{50660167-C23E-499C-BB43-DA970DB4AB68}">
      <dgm:prSet/>
      <dgm:spPr/>
      <dgm:t>
        <a:bodyPr/>
        <a:lstStyle/>
        <a:p>
          <a:endParaRPr lang="en-GB"/>
        </a:p>
      </dgm:t>
    </dgm:pt>
    <dgm:pt modelId="{AAA218C5-FE6A-4B2C-AB6F-BD873EE41661}" type="sibTrans" cxnId="{50660167-C23E-499C-BB43-DA970DB4AB68}">
      <dgm:prSet/>
      <dgm:spPr/>
      <dgm:t>
        <a:bodyPr/>
        <a:lstStyle/>
        <a:p>
          <a:endParaRPr lang="en-GB"/>
        </a:p>
      </dgm:t>
    </dgm:pt>
    <dgm:pt modelId="{71187280-4EFA-43B2-B75A-18CAC9261569}">
      <dgm:prSet/>
      <dgm:spPr/>
      <dgm:t>
        <a:bodyPr/>
        <a:lstStyle/>
        <a:p>
          <a:r>
            <a:rPr lang="nl-NL" b="0"/>
            <a:t>Validatie van bestaande dataset (reproduceerbaarheid)</a:t>
          </a:r>
          <a:endParaRPr lang="nl-NL"/>
        </a:p>
      </dgm:t>
    </dgm:pt>
    <dgm:pt modelId="{5D787EA8-E62E-444F-A4CD-A710E80DEDC7}" type="parTrans" cxnId="{3E9C5193-185D-4C98-9F32-97267FA1D7D4}">
      <dgm:prSet/>
      <dgm:spPr/>
      <dgm:t>
        <a:bodyPr/>
        <a:lstStyle/>
        <a:p>
          <a:endParaRPr lang="en-GB"/>
        </a:p>
      </dgm:t>
    </dgm:pt>
    <dgm:pt modelId="{BD955948-8F3E-40C7-B388-CF549867B1CE}" type="sibTrans" cxnId="{3E9C5193-185D-4C98-9F32-97267FA1D7D4}">
      <dgm:prSet/>
      <dgm:spPr/>
      <dgm:t>
        <a:bodyPr/>
        <a:lstStyle/>
        <a:p>
          <a:endParaRPr lang="en-GB"/>
        </a:p>
      </dgm:t>
    </dgm:pt>
    <dgm:pt modelId="{C394580F-EA5F-443F-B6EA-F8F64E0FCFBF}">
      <dgm:prSet/>
      <dgm:spPr/>
      <dgm:t>
        <a:bodyPr/>
        <a:lstStyle/>
        <a:p>
          <a:r>
            <a:rPr lang="nl-NL" b="0"/>
            <a:t>Stimulatie samenwerking tussen verschillende onderzoekers/disciplines</a:t>
          </a:r>
          <a:endParaRPr lang="nl-NL"/>
        </a:p>
      </dgm:t>
    </dgm:pt>
    <dgm:pt modelId="{1138DF16-6170-4AE8-A8FD-8CEE7B23B469}" type="parTrans" cxnId="{4AF42A87-6452-4F99-8975-896B31FAA8DB}">
      <dgm:prSet/>
      <dgm:spPr/>
      <dgm:t>
        <a:bodyPr/>
        <a:lstStyle/>
        <a:p>
          <a:endParaRPr lang="en-GB"/>
        </a:p>
      </dgm:t>
    </dgm:pt>
    <dgm:pt modelId="{640DBD7B-5939-4798-A6FF-6C3172787048}" type="sibTrans" cxnId="{4AF42A87-6452-4F99-8975-896B31FAA8DB}">
      <dgm:prSet/>
      <dgm:spPr/>
      <dgm:t>
        <a:bodyPr/>
        <a:lstStyle/>
        <a:p>
          <a:endParaRPr lang="en-GB"/>
        </a:p>
      </dgm:t>
    </dgm:pt>
    <dgm:pt modelId="{007DF899-FDE3-47CC-BC21-39BD35461CF1}">
      <dgm:prSet/>
      <dgm:spPr/>
      <dgm:t>
        <a:bodyPr/>
        <a:lstStyle/>
        <a:p>
          <a:r>
            <a:rPr lang="nl-NL" b="0"/>
            <a:t>Bekendheid van onderzoek: mogelijkheid tot internationaal &amp; longitudinal onderzoek</a:t>
          </a:r>
          <a:endParaRPr lang="nl-NL"/>
        </a:p>
      </dgm:t>
    </dgm:pt>
    <dgm:pt modelId="{587F3810-BEF6-433C-8C66-0F5375BD3A5F}" type="parTrans" cxnId="{BA28DE78-F80E-4F9C-A745-754009B462A4}">
      <dgm:prSet/>
      <dgm:spPr/>
      <dgm:t>
        <a:bodyPr/>
        <a:lstStyle/>
        <a:p>
          <a:endParaRPr lang="en-GB"/>
        </a:p>
      </dgm:t>
    </dgm:pt>
    <dgm:pt modelId="{D113AB06-8221-4813-B056-CC0FB0BF1387}" type="sibTrans" cxnId="{BA28DE78-F80E-4F9C-A745-754009B462A4}">
      <dgm:prSet/>
      <dgm:spPr/>
      <dgm:t>
        <a:bodyPr/>
        <a:lstStyle/>
        <a:p>
          <a:endParaRPr lang="en-GB"/>
        </a:p>
      </dgm:t>
    </dgm:pt>
    <dgm:pt modelId="{71032E44-48B1-48A3-ADCA-173E41ACD5F7}" type="pres">
      <dgm:prSet presAssocID="{DD763907-6F7D-4096-B0EF-C13FE647DA40}" presName="Name0" presStyleCnt="0">
        <dgm:presLayoutVars>
          <dgm:dir/>
          <dgm:animLvl val="lvl"/>
          <dgm:resizeHandles val="exact"/>
        </dgm:presLayoutVars>
      </dgm:prSet>
      <dgm:spPr/>
    </dgm:pt>
    <dgm:pt modelId="{6048AB68-BD49-4288-AD8B-87B651BD1D65}" type="pres">
      <dgm:prSet presAssocID="{10269E73-8F97-4390-B9F0-5291280D8F2B}" presName="linNode" presStyleCnt="0"/>
      <dgm:spPr/>
    </dgm:pt>
    <dgm:pt modelId="{2C1A278E-5D9A-43FE-8053-7D31C3409E08}" type="pres">
      <dgm:prSet presAssocID="{10269E73-8F97-4390-B9F0-5291280D8F2B}" presName="parentText" presStyleLbl="node1" presStyleIdx="0" presStyleCnt="1">
        <dgm:presLayoutVars>
          <dgm:chMax val="1"/>
          <dgm:bulletEnabled val="1"/>
        </dgm:presLayoutVars>
      </dgm:prSet>
      <dgm:spPr/>
    </dgm:pt>
    <dgm:pt modelId="{C1FFB059-D542-4BF5-8428-84499BB8267D}" type="pres">
      <dgm:prSet presAssocID="{10269E73-8F97-4390-B9F0-5291280D8F2B}" presName="descendantText" presStyleLbl="alignAccFollowNode1" presStyleIdx="0" presStyleCnt="1">
        <dgm:presLayoutVars>
          <dgm:bulletEnabled val="1"/>
        </dgm:presLayoutVars>
      </dgm:prSet>
      <dgm:spPr/>
    </dgm:pt>
  </dgm:ptLst>
  <dgm:cxnLst>
    <dgm:cxn modelId="{ACEAF802-65BC-4B39-B109-9971C8A7E369}" srcId="{10269E73-8F97-4390-B9F0-5291280D8F2B}" destId="{0B06587C-D1E4-4A7E-9580-3293E6412666}" srcOrd="0" destOrd="0" parTransId="{37917B7B-59D8-45A9-BAC6-A49825B6A33D}" sibTransId="{C9475371-8522-4347-B4DB-825FD929EB51}"/>
    <dgm:cxn modelId="{C5901C12-6B16-4281-A560-D64C7E216C19}" type="presOf" srcId="{54DDD230-E0E4-4AFD-98E1-E16D352FD754}" destId="{C1FFB059-D542-4BF5-8428-84499BB8267D}" srcOrd="0" destOrd="4" presId="urn:microsoft.com/office/officeart/2005/8/layout/vList5"/>
    <dgm:cxn modelId="{4B5C3825-C762-4703-83CA-4D4C2EF28990}" type="presOf" srcId="{007DF899-FDE3-47CC-BC21-39BD35461CF1}" destId="{C1FFB059-D542-4BF5-8428-84499BB8267D}" srcOrd="0" destOrd="7" presId="urn:microsoft.com/office/officeart/2005/8/layout/vList5"/>
    <dgm:cxn modelId="{9C75BA25-616C-4FC8-8A28-B07E7DBA81EA}" srcId="{10269E73-8F97-4390-B9F0-5291280D8F2B}" destId="{0449F61A-5435-4BF9-A6E5-14D17D142FBF}" srcOrd="2" destOrd="0" parTransId="{1CC72473-EB17-4415-909A-BB34279AF130}" sibTransId="{266A1BC4-8892-4E8D-B9C5-923D4265EFE8}"/>
    <dgm:cxn modelId="{65407D38-B5CE-470B-8FA4-46DBA87B3CCB}" type="presOf" srcId="{71187280-4EFA-43B2-B75A-18CAC9261569}" destId="{C1FFB059-D542-4BF5-8428-84499BB8267D}" srcOrd="0" destOrd="5" presId="urn:microsoft.com/office/officeart/2005/8/layout/vList5"/>
    <dgm:cxn modelId="{7E811839-2D1E-486B-ACD2-C7F83CC258AD}" type="presOf" srcId="{0B06587C-D1E4-4A7E-9580-3293E6412666}" destId="{C1FFB059-D542-4BF5-8428-84499BB8267D}" srcOrd="0" destOrd="0" presId="urn:microsoft.com/office/officeart/2005/8/layout/vList5"/>
    <dgm:cxn modelId="{B2542162-B268-43F3-B141-145395A98174}" type="presOf" srcId="{10269E73-8F97-4390-B9F0-5291280D8F2B}" destId="{2C1A278E-5D9A-43FE-8053-7D31C3409E08}" srcOrd="0" destOrd="0" presId="urn:microsoft.com/office/officeart/2005/8/layout/vList5"/>
    <dgm:cxn modelId="{C4EE4F46-0E3E-40C4-AE46-486D9F60EC7F}" type="presOf" srcId="{BD9172ED-2C6E-43F2-B3C2-36A6A0E180EB}" destId="{C1FFB059-D542-4BF5-8428-84499BB8267D}" srcOrd="0" destOrd="1" presId="urn:microsoft.com/office/officeart/2005/8/layout/vList5"/>
    <dgm:cxn modelId="{50660167-C23E-499C-BB43-DA970DB4AB68}" srcId="{10269E73-8F97-4390-B9F0-5291280D8F2B}" destId="{54DDD230-E0E4-4AFD-98E1-E16D352FD754}" srcOrd="4" destOrd="0" parTransId="{7F91BB30-C87C-488E-93AF-DCA91BF66D30}" sibTransId="{AAA218C5-FE6A-4B2C-AB6F-BD873EE41661}"/>
    <dgm:cxn modelId="{2D8BE468-D10B-4797-B88E-DE53C79C085F}" type="presOf" srcId="{C394580F-EA5F-443F-B6EA-F8F64E0FCFBF}" destId="{C1FFB059-D542-4BF5-8428-84499BB8267D}" srcOrd="0" destOrd="6" presId="urn:microsoft.com/office/officeart/2005/8/layout/vList5"/>
    <dgm:cxn modelId="{484C2F56-1246-43EB-9939-2F34B0BDBF4E}" type="presOf" srcId="{DD763907-6F7D-4096-B0EF-C13FE647DA40}" destId="{71032E44-48B1-48A3-ADCA-173E41ACD5F7}" srcOrd="0" destOrd="0" presId="urn:microsoft.com/office/officeart/2005/8/layout/vList5"/>
    <dgm:cxn modelId="{BA28DE78-F80E-4F9C-A745-754009B462A4}" srcId="{10269E73-8F97-4390-B9F0-5291280D8F2B}" destId="{007DF899-FDE3-47CC-BC21-39BD35461CF1}" srcOrd="7" destOrd="0" parTransId="{587F3810-BEF6-433C-8C66-0F5375BD3A5F}" sibTransId="{D113AB06-8221-4813-B056-CC0FB0BF1387}"/>
    <dgm:cxn modelId="{4AF42A87-6452-4F99-8975-896B31FAA8DB}" srcId="{10269E73-8F97-4390-B9F0-5291280D8F2B}" destId="{C394580F-EA5F-443F-B6EA-F8F64E0FCFBF}" srcOrd="6" destOrd="0" parTransId="{1138DF16-6170-4AE8-A8FD-8CEE7B23B469}" sibTransId="{640DBD7B-5939-4798-A6FF-6C3172787048}"/>
    <dgm:cxn modelId="{3E9C5193-185D-4C98-9F32-97267FA1D7D4}" srcId="{10269E73-8F97-4390-B9F0-5291280D8F2B}" destId="{71187280-4EFA-43B2-B75A-18CAC9261569}" srcOrd="5" destOrd="0" parTransId="{5D787EA8-E62E-444F-A4CD-A710E80DEDC7}" sibTransId="{BD955948-8F3E-40C7-B388-CF549867B1CE}"/>
    <dgm:cxn modelId="{B1072AB0-B3BE-4694-8C2F-56A475F1EF3A}" type="presOf" srcId="{0449F61A-5435-4BF9-A6E5-14D17D142FBF}" destId="{C1FFB059-D542-4BF5-8428-84499BB8267D}" srcOrd="0" destOrd="2" presId="urn:microsoft.com/office/officeart/2005/8/layout/vList5"/>
    <dgm:cxn modelId="{82EA36D5-57A4-4FCB-AE18-158D6584D98B}" srcId="{10269E73-8F97-4390-B9F0-5291280D8F2B}" destId="{BD9172ED-2C6E-43F2-B3C2-36A6A0E180EB}" srcOrd="1" destOrd="0" parTransId="{743DB5CF-039F-4B69-A5DD-921B55E71183}" sibTransId="{9020525C-AEBB-494A-9292-EBAFB702A523}"/>
    <dgm:cxn modelId="{5BFCF4E7-74AE-4909-BB6D-C298203B2BF7}" type="presOf" srcId="{3C6F2C4D-A45A-418C-A4D1-A29FC9DA0A70}" destId="{C1FFB059-D542-4BF5-8428-84499BB8267D}" srcOrd="0" destOrd="3" presId="urn:microsoft.com/office/officeart/2005/8/layout/vList5"/>
    <dgm:cxn modelId="{630903EF-99CE-49E6-8994-B2A090A9C7BE}" srcId="{DD763907-6F7D-4096-B0EF-C13FE647DA40}" destId="{10269E73-8F97-4390-B9F0-5291280D8F2B}" srcOrd="0" destOrd="0" parTransId="{12019CF5-F379-48EC-85CD-57A7E3022343}" sibTransId="{7F3B93A6-F889-46C5-80B4-9C47A3B378F5}"/>
    <dgm:cxn modelId="{7868EAF7-6C85-4DA0-85A1-8B2FDFA43644}" srcId="{10269E73-8F97-4390-B9F0-5291280D8F2B}" destId="{3C6F2C4D-A45A-418C-A4D1-A29FC9DA0A70}" srcOrd="3" destOrd="0" parTransId="{296D7451-11A4-4561-BA7E-58568274E2DD}" sibTransId="{0BC3A118-D411-4FE7-8456-A1FA0EEECE33}"/>
    <dgm:cxn modelId="{B10D5A01-65EE-4723-9DE6-C31DFBAF5274}" type="presParOf" srcId="{71032E44-48B1-48A3-ADCA-173E41ACD5F7}" destId="{6048AB68-BD49-4288-AD8B-87B651BD1D65}" srcOrd="0" destOrd="0" presId="urn:microsoft.com/office/officeart/2005/8/layout/vList5"/>
    <dgm:cxn modelId="{F85886AE-7E80-4D72-BE13-D3A675F311E6}" type="presParOf" srcId="{6048AB68-BD49-4288-AD8B-87B651BD1D65}" destId="{2C1A278E-5D9A-43FE-8053-7D31C3409E08}" srcOrd="0" destOrd="0" presId="urn:microsoft.com/office/officeart/2005/8/layout/vList5"/>
    <dgm:cxn modelId="{32EAFDA3-9174-4B6E-9971-33B01FC77635}" type="presParOf" srcId="{6048AB68-BD49-4288-AD8B-87B651BD1D65}" destId="{C1FFB059-D542-4BF5-8428-84499BB8267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45EB3B-B5AA-441F-AB3B-CF5455F787D7}" type="doc">
      <dgm:prSet loTypeId="urn:microsoft.com/office/officeart/2005/8/layout/vList5" loCatId="list" qsTypeId="urn:microsoft.com/office/officeart/2005/8/quickstyle/3d1" qsCatId="3D" csTypeId="urn:microsoft.com/office/officeart/2005/8/colors/accent1_2" csCatId="accent1" phldr="1"/>
      <dgm:spPr/>
      <dgm:t>
        <a:bodyPr/>
        <a:lstStyle/>
        <a:p>
          <a:endParaRPr lang="en-GB"/>
        </a:p>
      </dgm:t>
    </dgm:pt>
    <dgm:pt modelId="{447ED971-7FBD-454F-BDF2-AC90453A2916}">
      <dgm:prSet custT="1"/>
      <dgm:spPr/>
      <dgm:t>
        <a:bodyPr/>
        <a:lstStyle/>
        <a:p>
          <a:r>
            <a:rPr lang="nl-NL" sz="3600" b="1" dirty="0"/>
            <a:t>Hoe kun je data hergebruiken?</a:t>
          </a:r>
          <a:endParaRPr lang="nl-NL" sz="3600" dirty="0"/>
        </a:p>
      </dgm:t>
    </dgm:pt>
    <dgm:pt modelId="{59EF74A2-8555-4415-BE9D-B013DF656FE6}" type="parTrans" cxnId="{1C3AEC16-8B75-4C4A-A090-6A56ED5D918B}">
      <dgm:prSet/>
      <dgm:spPr/>
      <dgm:t>
        <a:bodyPr/>
        <a:lstStyle/>
        <a:p>
          <a:endParaRPr lang="en-GB"/>
        </a:p>
      </dgm:t>
    </dgm:pt>
    <dgm:pt modelId="{C5B41C73-2FD4-4FA3-B86C-F621BA843058}" type="sibTrans" cxnId="{1C3AEC16-8B75-4C4A-A090-6A56ED5D918B}">
      <dgm:prSet/>
      <dgm:spPr/>
      <dgm:t>
        <a:bodyPr/>
        <a:lstStyle/>
        <a:p>
          <a:endParaRPr lang="en-GB"/>
        </a:p>
      </dgm:t>
    </dgm:pt>
    <dgm:pt modelId="{807695DA-FE97-4C84-8090-08B46D1D2FFE}">
      <dgm:prSet/>
      <dgm:spPr/>
      <dgm:t>
        <a:bodyPr/>
        <a:lstStyle/>
        <a:p>
          <a:r>
            <a:rPr lang="nl-NL" b="0"/>
            <a:t>Data hergebruiken om nieuwe onderzoeksvragen te beantwoorden</a:t>
          </a:r>
          <a:endParaRPr lang="nl-NL"/>
        </a:p>
      </dgm:t>
    </dgm:pt>
    <dgm:pt modelId="{A9370112-9029-4C7D-A4FD-745576264F36}" type="parTrans" cxnId="{D04FAF8A-2063-4B0E-A9DF-DA1A758813EB}">
      <dgm:prSet/>
      <dgm:spPr/>
      <dgm:t>
        <a:bodyPr/>
        <a:lstStyle/>
        <a:p>
          <a:endParaRPr lang="en-GB"/>
        </a:p>
      </dgm:t>
    </dgm:pt>
    <dgm:pt modelId="{35A04ECB-6D33-4EE7-AD00-E4F4E208019C}" type="sibTrans" cxnId="{D04FAF8A-2063-4B0E-A9DF-DA1A758813EB}">
      <dgm:prSet/>
      <dgm:spPr/>
      <dgm:t>
        <a:bodyPr/>
        <a:lstStyle/>
        <a:p>
          <a:endParaRPr lang="en-GB"/>
        </a:p>
      </dgm:t>
    </dgm:pt>
    <dgm:pt modelId="{147672C7-0759-4D78-AD67-81576C11AB36}">
      <dgm:prSet/>
      <dgm:spPr/>
      <dgm:t>
        <a:bodyPr/>
        <a:lstStyle/>
        <a:p>
          <a:r>
            <a:rPr lang="nl-NL" b="0" dirty="0"/>
            <a:t>Documentatie van data om andermans methode te hergebruiken of eigen methodologie te ontwikkelen</a:t>
          </a:r>
          <a:endParaRPr lang="nl-NL" dirty="0"/>
        </a:p>
      </dgm:t>
    </dgm:pt>
    <dgm:pt modelId="{AA06A915-B5C7-4EB3-B3EB-6589BBDE8F3B}" type="parTrans" cxnId="{FCBF3EDD-CDAA-4DF3-8E5E-EF618376CFDA}">
      <dgm:prSet/>
      <dgm:spPr/>
      <dgm:t>
        <a:bodyPr/>
        <a:lstStyle/>
        <a:p>
          <a:endParaRPr lang="en-GB"/>
        </a:p>
      </dgm:t>
    </dgm:pt>
    <dgm:pt modelId="{4A5110E3-0E31-47FF-8B52-917DEC4FB67A}" type="sibTrans" cxnId="{FCBF3EDD-CDAA-4DF3-8E5E-EF618376CFDA}">
      <dgm:prSet/>
      <dgm:spPr/>
      <dgm:t>
        <a:bodyPr/>
        <a:lstStyle/>
        <a:p>
          <a:endParaRPr lang="en-GB"/>
        </a:p>
      </dgm:t>
    </dgm:pt>
    <dgm:pt modelId="{6AB57441-31EC-44EE-B33B-640CD4121A5B}">
      <dgm:prSet/>
      <dgm:spPr/>
      <dgm:t>
        <a:bodyPr/>
        <a:lstStyle/>
        <a:p>
          <a:r>
            <a:rPr lang="nl-NL" b="0" dirty="0"/>
            <a:t>Onderzoektools – vragenlijsten om je te inspireren of hergebruiken in eigen onderzoek</a:t>
          </a:r>
          <a:endParaRPr lang="nl-NL" dirty="0"/>
        </a:p>
      </dgm:t>
    </dgm:pt>
    <dgm:pt modelId="{98CADD5F-9964-49A0-8FDF-E94F1D597FDA}" type="parTrans" cxnId="{B50B0C9C-C708-492C-8D4C-B1777863F90F}">
      <dgm:prSet/>
      <dgm:spPr/>
      <dgm:t>
        <a:bodyPr/>
        <a:lstStyle/>
        <a:p>
          <a:endParaRPr lang="en-GB"/>
        </a:p>
      </dgm:t>
    </dgm:pt>
    <dgm:pt modelId="{DBD30067-82AF-4C4B-B1F7-4AAAF3D2BCBF}" type="sibTrans" cxnId="{B50B0C9C-C708-492C-8D4C-B1777863F90F}">
      <dgm:prSet/>
      <dgm:spPr/>
      <dgm:t>
        <a:bodyPr/>
        <a:lstStyle/>
        <a:p>
          <a:endParaRPr lang="en-GB"/>
        </a:p>
      </dgm:t>
    </dgm:pt>
    <dgm:pt modelId="{93897DA4-DCEC-4839-A1FD-589B7820DB82}">
      <dgm:prSet/>
      <dgm:spPr/>
      <dgm:t>
        <a:bodyPr/>
        <a:lstStyle/>
        <a:p>
          <a:r>
            <a:rPr lang="nl-NL" b="0"/>
            <a:t>Nieuwe data modellen te bouwen (Data Science) </a:t>
          </a:r>
          <a:endParaRPr lang="nl-NL"/>
        </a:p>
      </dgm:t>
    </dgm:pt>
    <dgm:pt modelId="{507BE745-B632-4A50-A902-5BB8D9FFA8FF}" type="parTrans" cxnId="{279E7D76-DC05-49FB-81D6-C9F728F256DD}">
      <dgm:prSet/>
      <dgm:spPr/>
      <dgm:t>
        <a:bodyPr/>
        <a:lstStyle/>
        <a:p>
          <a:endParaRPr lang="en-GB"/>
        </a:p>
      </dgm:t>
    </dgm:pt>
    <dgm:pt modelId="{67B0403F-5EA9-46F1-9E1C-624A3B0CAB91}" type="sibTrans" cxnId="{279E7D76-DC05-49FB-81D6-C9F728F256DD}">
      <dgm:prSet/>
      <dgm:spPr/>
      <dgm:t>
        <a:bodyPr/>
        <a:lstStyle/>
        <a:p>
          <a:endParaRPr lang="en-GB"/>
        </a:p>
      </dgm:t>
    </dgm:pt>
    <dgm:pt modelId="{D0BB2F49-4545-41AC-9B7C-B71AEDBE9D7C}" type="pres">
      <dgm:prSet presAssocID="{AC45EB3B-B5AA-441F-AB3B-CF5455F787D7}" presName="Name0" presStyleCnt="0">
        <dgm:presLayoutVars>
          <dgm:dir/>
          <dgm:animLvl val="lvl"/>
          <dgm:resizeHandles val="exact"/>
        </dgm:presLayoutVars>
      </dgm:prSet>
      <dgm:spPr/>
    </dgm:pt>
    <dgm:pt modelId="{3750DA4E-25ED-4396-9A7B-D55410A4BD0B}" type="pres">
      <dgm:prSet presAssocID="{447ED971-7FBD-454F-BDF2-AC90453A2916}" presName="linNode" presStyleCnt="0"/>
      <dgm:spPr/>
    </dgm:pt>
    <dgm:pt modelId="{2CD33C75-507B-447A-94EF-CFCD24968AC8}" type="pres">
      <dgm:prSet presAssocID="{447ED971-7FBD-454F-BDF2-AC90453A2916}" presName="parentText" presStyleLbl="node1" presStyleIdx="0" presStyleCnt="1" custLinFactNeighborX="-8124" custLinFactNeighborY="-5095">
        <dgm:presLayoutVars>
          <dgm:chMax val="1"/>
          <dgm:bulletEnabled val="1"/>
        </dgm:presLayoutVars>
      </dgm:prSet>
      <dgm:spPr/>
    </dgm:pt>
    <dgm:pt modelId="{EE619CDE-EE40-4941-9F45-40BA25DFE717}" type="pres">
      <dgm:prSet presAssocID="{447ED971-7FBD-454F-BDF2-AC90453A2916}" presName="descendantText" presStyleLbl="alignAccFollowNode1" presStyleIdx="0" presStyleCnt="1">
        <dgm:presLayoutVars>
          <dgm:bulletEnabled val="1"/>
        </dgm:presLayoutVars>
      </dgm:prSet>
      <dgm:spPr/>
    </dgm:pt>
  </dgm:ptLst>
  <dgm:cxnLst>
    <dgm:cxn modelId="{1C3AEC16-8B75-4C4A-A090-6A56ED5D918B}" srcId="{AC45EB3B-B5AA-441F-AB3B-CF5455F787D7}" destId="{447ED971-7FBD-454F-BDF2-AC90453A2916}" srcOrd="0" destOrd="0" parTransId="{59EF74A2-8555-4415-BE9D-B013DF656FE6}" sibTransId="{C5B41C73-2FD4-4FA3-B86C-F621BA843058}"/>
    <dgm:cxn modelId="{C7DB2F20-7C4E-46ED-9C86-06738660DAEE}" type="presOf" srcId="{6AB57441-31EC-44EE-B33B-640CD4121A5B}" destId="{EE619CDE-EE40-4941-9F45-40BA25DFE717}" srcOrd="0" destOrd="2" presId="urn:microsoft.com/office/officeart/2005/8/layout/vList5"/>
    <dgm:cxn modelId="{5D49343E-7C9B-4697-B892-4B17606E3F36}" type="presOf" srcId="{807695DA-FE97-4C84-8090-08B46D1D2FFE}" destId="{EE619CDE-EE40-4941-9F45-40BA25DFE717}" srcOrd="0" destOrd="0" presId="urn:microsoft.com/office/officeart/2005/8/layout/vList5"/>
    <dgm:cxn modelId="{5622EC49-6A3A-4CA8-9F44-8DBA13747719}" type="presOf" srcId="{447ED971-7FBD-454F-BDF2-AC90453A2916}" destId="{2CD33C75-507B-447A-94EF-CFCD24968AC8}" srcOrd="0" destOrd="0" presId="urn:microsoft.com/office/officeart/2005/8/layout/vList5"/>
    <dgm:cxn modelId="{279E7D76-DC05-49FB-81D6-C9F728F256DD}" srcId="{447ED971-7FBD-454F-BDF2-AC90453A2916}" destId="{93897DA4-DCEC-4839-A1FD-589B7820DB82}" srcOrd="3" destOrd="0" parTransId="{507BE745-B632-4A50-A902-5BB8D9FFA8FF}" sibTransId="{67B0403F-5EA9-46F1-9E1C-624A3B0CAB91}"/>
    <dgm:cxn modelId="{D04FAF8A-2063-4B0E-A9DF-DA1A758813EB}" srcId="{447ED971-7FBD-454F-BDF2-AC90453A2916}" destId="{807695DA-FE97-4C84-8090-08B46D1D2FFE}" srcOrd="0" destOrd="0" parTransId="{A9370112-9029-4C7D-A4FD-745576264F36}" sibTransId="{35A04ECB-6D33-4EE7-AD00-E4F4E208019C}"/>
    <dgm:cxn modelId="{B50B0C9C-C708-492C-8D4C-B1777863F90F}" srcId="{447ED971-7FBD-454F-BDF2-AC90453A2916}" destId="{6AB57441-31EC-44EE-B33B-640CD4121A5B}" srcOrd="2" destOrd="0" parTransId="{98CADD5F-9964-49A0-8FDF-E94F1D597FDA}" sibTransId="{DBD30067-82AF-4C4B-B1F7-4AAAF3D2BCBF}"/>
    <dgm:cxn modelId="{F35A6CCB-CB0F-4FB9-A4A6-FA95FFBF0AA1}" type="presOf" srcId="{147672C7-0759-4D78-AD67-81576C11AB36}" destId="{EE619CDE-EE40-4941-9F45-40BA25DFE717}" srcOrd="0" destOrd="1" presId="urn:microsoft.com/office/officeart/2005/8/layout/vList5"/>
    <dgm:cxn modelId="{FCBF3EDD-CDAA-4DF3-8E5E-EF618376CFDA}" srcId="{447ED971-7FBD-454F-BDF2-AC90453A2916}" destId="{147672C7-0759-4D78-AD67-81576C11AB36}" srcOrd="1" destOrd="0" parTransId="{AA06A915-B5C7-4EB3-B3EB-6589BBDE8F3B}" sibTransId="{4A5110E3-0E31-47FF-8B52-917DEC4FB67A}"/>
    <dgm:cxn modelId="{786B3AEB-2B2C-42E2-A6E1-3B6B0DA37117}" type="presOf" srcId="{93897DA4-DCEC-4839-A1FD-589B7820DB82}" destId="{EE619CDE-EE40-4941-9F45-40BA25DFE717}" srcOrd="0" destOrd="3" presId="urn:microsoft.com/office/officeart/2005/8/layout/vList5"/>
    <dgm:cxn modelId="{097C90EE-F217-44C2-B33B-086E1A2F9BFD}" type="presOf" srcId="{AC45EB3B-B5AA-441F-AB3B-CF5455F787D7}" destId="{D0BB2F49-4545-41AC-9B7C-B71AEDBE9D7C}" srcOrd="0" destOrd="0" presId="urn:microsoft.com/office/officeart/2005/8/layout/vList5"/>
    <dgm:cxn modelId="{DC40835F-0825-4C88-ABD3-8D953C6E182F}" type="presParOf" srcId="{D0BB2F49-4545-41AC-9B7C-B71AEDBE9D7C}" destId="{3750DA4E-25ED-4396-9A7B-D55410A4BD0B}" srcOrd="0" destOrd="0" presId="urn:microsoft.com/office/officeart/2005/8/layout/vList5"/>
    <dgm:cxn modelId="{1B410367-B878-4933-B0D9-6336FA678C0C}" type="presParOf" srcId="{3750DA4E-25ED-4396-9A7B-D55410A4BD0B}" destId="{2CD33C75-507B-447A-94EF-CFCD24968AC8}" srcOrd="0" destOrd="0" presId="urn:microsoft.com/office/officeart/2005/8/layout/vList5"/>
    <dgm:cxn modelId="{643B1BFC-8DF1-4036-A112-E012E0000AB6}" type="presParOf" srcId="{3750DA4E-25ED-4396-9A7B-D55410A4BD0B}" destId="{EE619CDE-EE40-4941-9F45-40BA25DFE71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5D989D2-49BD-4564-A68F-B9D7D23586FA}" type="doc">
      <dgm:prSet loTypeId="urn:microsoft.com/office/officeart/2005/8/layout/lProcess3" loCatId="process" qsTypeId="urn:microsoft.com/office/officeart/2005/8/quickstyle/simple1" qsCatId="simple" csTypeId="urn:microsoft.com/office/officeart/2005/8/colors/accent1_2" csCatId="accent1" phldr="1"/>
      <dgm:spPr>
        <a:scene3d>
          <a:camera prst="orthographicFront">
            <a:rot lat="0" lon="0" rev="0"/>
          </a:camera>
          <a:lightRig rig="contrasting" dir="t">
            <a:rot lat="0" lon="0" rev="1500000"/>
          </a:lightRig>
        </a:scene3d>
      </dgm:spPr>
      <dgm:t>
        <a:bodyPr/>
        <a:lstStyle/>
        <a:p>
          <a:endParaRPr lang="en-GB"/>
        </a:p>
      </dgm:t>
    </dgm:pt>
    <dgm:pt modelId="{1302CEDE-9583-449C-A809-BDD6F7DAE00B}">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nl-NL" b="1" dirty="0"/>
            <a:t>Op welk moment in de </a:t>
          </a:r>
          <a:r>
            <a:rPr lang="nl-NL" b="1" dirty="0" err="1"/>
            <a:t>onderzoekscyclus</a:t>
          </a:r>
          <a:r>
            <a:rPr lang="nl-NL" b="1" dirty="0"/>
            <a:t> zoek je naar de data?</a:t>
          </a:r>
          <a:endParaRPr lang="nl-NL" dirty="0"/>
        </a:p>
      </dgm:t>
    </dgm:pt>
    <dgm:pt modelId="{0265A412-979A-4A03-BFCC-4D89A77005CD}" type="parTrans" cxnId="{6171AB4A-A8F8-43F7-A532-9E6A904AD899}">
      <dgm:prSet/>
      <dgm:spPr/>
      <dgm:t>
        <a:bodyPr/>
        <a:lstStyle/>
        <a:p>
          <a:endParaRPr lang="en-GB"/>
        </a:p>
      </dgm:t>
    </dgm:pt>
    <dgm:pt modelId="{38BDA1D5-489C-4B4C-9438-BC25B4CD9A78}" type="sibTrans" cxnId="{6171AB4A-A8F8-43F7-A532-9E6A904AD899}">
      <dgm:prSet/>
      <dgm:spPr/>
      <dgm:t>
        <a:bodyPr/>
        <a:lstStyle/>
        <a:p>
          <a:endParaRPr lang="en-GB"/>
        </a:p>
      </dgm:t>
    </dgm:pt>
    <dgm:pt modelId="{066691DE-C101-438F-9907-1AEB675FBDD1}">
      <dgm:prSe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nl-NL" sz="1100" b="1" dirty="0"/>
            <a:t>Idee/Subsidieaanvraag/</a:t>
          </a:r>
        </a:p>
        <a:p>
          <a:r>
            <a:rPr lang="nl-NL" sz="1100" b="1" dirty="0" err="1"/>
            <a:t>orientatiefase</a:t>
          </a:r>
          <a:r>
            <a:rPr lang="nl-NL" sz="1100" b="1" dirty="0"/>
            <a:t>: </a:t>
          </a:r>
          <a:endParaRPr lang="nl-NL" sz="1100" dirty="0"/>
        </a:p>
      </dgm:t>
    </dgm:pt>
    <dgm:pt modelId="{2CECDE5A-435A-4CC4-AE24-368BA6C15AF0}" type="parTrans" cxnId="{8413C373-06FD-4FCC-A9C7-37AE848718A2}">
      <dgm:prSet/>
      <dgm:spPr/>
      <dgm:t>
        <a:bodyPr/>
        <a:lstStyle/>
        <a:p>
          <a:endParaRPr lang="en-GB"/>
        </a:p>
      </dgm:t>
    </dgm:pt>
    <dgm:pt modelId="{DDA0F866-BC5E-4154-BCAA-43A9DBC03EBB}" type="sibTrans" cxnId="{8413C373-06FD-4FCC-A9C7-37AE848718A2}">
      <dgm:prSet/>
      <dgm:spPr/>
      <dgm:t>
        <a:bodyPr/>
        <a:lstStyle/>
        <a:p>
          <a:endParaRPr lang="en-GB"/>
        </a:p>
      </dgm:t>
    </dgm:pt>
    <dgm:pt modelId="{DB8562FF-2F36-497A-BCB3-F15D8452609F}">
      <dgm:prSe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nl-NL" sz="1100" b="0" dirty="0"/>
            <a:t>Noodzaak van verzamelen nieuwe data onderbouwen</a:t>
          </a:r>
          <a:endParaRPr lang="nl-NL" sz="1100" dirty="0"/>
        </a:p>
      </dgm:t>
    </dgm:pt>
    <dgm:pt modelId="{5B41F673-A1AB-42A5-8A3B-43C93E7A3504}" type="parTrans" cxnId="{72EC7419-609E-417D-8713-50EEC2F13C42}">
      <dgm:prSet/>
      <dgm:spPr/>
      <dgm:t>
        <a:bodyPr/>
        <a:lstStyle/>
        <a:p>
          <a:endParaRPr lang="en-GB"/>
        </a:p>
      </dgm:t>
    </dgm:pt>
    <dgm:pt modelId="{76EC4672-3C96-4DAA-8F88-9652E0DEC871}" type="sibTrans" cxnId="{72EC7419-609E-417D-8713-50EEC2F13C42}">
      <dgm:prSet/>
      <dgm:spPr/>
      <dgm:t>
        <a:bodyPr/>
        <a:lstStyle/>
        <a:p>
          <a:endParaRPr lang="en-GB"/>
        </a:p>
      </dgm:t>
    </dgm:pt>
    <dgm:pt modelId="{B3C287B6-3D68-4CE1-8126-EBF64C85CE7E}">
      <dgm:prSe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nl-NL" sz="1100" b="0" dirty="0"/>
            <a:t>Toepasbaarheid van dataset uitleggen </a:t>
          </a:r>
          <a:endParaRPr lang="nl-NL" sz="1100" dirty="0"/>
        </a:p>
      </dgm:t>
    </dgm:pt>
    <dgm:pt modelId="{36F2074E-0F84-491A-B854-06AF662C3FC6}" type="parTrans" cxnId="{FFA1C15D-5BEE-42F5-9AD8-03CBED859936}">
      <dgm:prSet/>
      <dgm:spPr/>
      <dgm:t>
        <a:bodyPr/>
        <a:lstStyle/>
        <a:p>
          <a:endParaRPr lang="en-GB"/>
        </a:p>
      </dgm:t>
    </dgm:pt>
    <dgm:pt modelId="{0FC57E77-FA65-42C3-97FF-4D86E1B95699}" type="sibTrans" cxnId="{FFA1C15D-5BEE-42F5-9AD8-03CBED859936}">
      <dgm:prSet/>
      <dgm:spPr/>
      <dgm:t>
        <a:bodyPr/>
        <a:lstStyle/>
        <a:p>
          <a:endParaRPr lang="en-GB"/>
        </a:p>
      </dgm:t>
    </dgm:pt>
    <dgm:pt modelId="{A9B26B26-4547-4984-9ECE-A34D0DA5350B}">
      <dgm:prSe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nl-NL" sz="1100" b="0" dirty="0"/>
            <a:t>Inspiratie</a:t>
          </a:r>
          <a:endParaRPr lang="nl-NL" sz="1100" dirty="0"/>
        </a:p>
      </dgm:t>
    </dgm:pt>
    <dgm:pt modelId="{E8FB5067-E09C-444B-9AF5-8A547BBC9292}" type="parTrans" cxnId="{381418A9-68B1-40D0-9ED0-8BFEBD64D6FB}">
      <dgm:prSet/>
      <dgm:spPr/>
      <dgm:t>
        <a:bodyPr/>
        <a:lstStyle/>
        <a:p>
          <a:endParaRPr lang="en-GB"/>
        </a:p>
      </dgm:t>
    </dgm:pt>
    <dgm:pt modelId="{17DC9AFF-85F2-4649-A364-FA3A73C4CD42}" type="sibTrans" cxnId="{381418A9-68B1-40D0-9ED0-8BFEBD64D6FB}">
      <dgm:prSet/>
      <dgm:spPr/>
      <dgm:t>
        <a:bodyPr/>
        <a:lstStyle/>
        <a:p>
          <a:endParaRPr lang="en-GB"/>
        </a:p>
      </dgm:t>
    </dgm:pt>
    <dgm:pt modelId="{5A453E62-E3BF-4CBD-A3A4-DBDBF19BA151}">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nl-NL" b="1" dirty="0"/>
            <a:t>Literatuuronderzoek: om relevante datasets te citeren</a:t>
          </a:r>
          <a:endParaRPr lang="nl-NL" dirty="0"/>
        </a:p>
      </dgm:t>
    </dgm:pt>
    <dgm:pt modelId="{D894D78B-883E-4E60-860A-511FA21E6382}" type="parTrans" cxnId="{E7837C4C-BEE2-4464-B5E0-8591B798CA17}">
      <dgm:prSet/>
      <dgm:spPr/>
      <dgm:t>
        <a:bodyPr/>
        <a:lstStyle/>
        <a:p>
          <a:endParaRPr lang="en-GB"/>
        </a:p>
      </dgm:t>
    </dgm:pt>
    <dgm:pt modelId="{9E4C4F98-96B5-4875-957A-A417A0D46131}" type="sibTrans" cxnId="{E7837C4C-BEE2-4464-B5E0-8591B798CA17}">
      <dgm:prSet/>
      <dgm:spPr/>
      <dgm:t>
        <a:bodyPr/>
        <a:lstStyle/>
        <a:p>
          <a:endParaRPr lang="en-GB"/>
        </a:p>
      </dgm:t>
    </dgm:pt>
    <dgm:pt modelId="{F77C5758-772E-4183-8312-806F3968BE96}">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nl-NL" b="1"/>
            <a:t>Analyse: andere datasets als vergelijkingsmateriaal </a:t>
          </a:r>
          <a:endParaRPr lang="nl-NL"/>
        </a:p>
      </dgm:t>
    </dgm:pt>
    <dgm:pt modelId="{E8EF5988-AB1D-40D5-A373-36198E191D3B}" type="parTrans" cxnId="{DEBD06A4-470F-49F8-8490-379304832403}">
      <dgm:prSet/>
      <dgm:spPr/>
      <dgm:t>
        <a:bodyPr/>
        <a:lstStyle/>
        <a:p>
          <a:endParaRPr lang="en-GB"/>
        </a:p>
      </dgm:t>
    </dgm:pt>
    <dgm:pt modelId="{D5204819-67E9-4970-B6DF-CEE8B842A1ED}" type="sibTrans" cxnId="{DEBD06A4-470F-49F8-8490-379304832403}">
      <dgm:prSet/>
      <dgm:spPr/>
      <dgm:t>
        <a:bodyPr/>
        <a:lstStyle/>
        <a:p>
          <a:endParaRPr lang="en-GB"/>
        </a:p>
      </dgm:t>
    </dgm:pt>
    <dgm:pt modelId="{2797A1B8-2B01-48B6-85AB-160FA6BE3F30}" type="pres">
      <dgm:prSet presAssocID="{35D989D2-49BD-4564-A68F-B9D7D23586FA}" presName="Name0" presStyleCnt="0">
        <dgm:presLayoutVars>
          <dgm:chPref val="3"/>
          <dgm:dir/>
          <dgm:animLvl val="lvl"/>
          <dgm:resizeHandles/>
        </dgm:presLayoutVars>
      </dgm:prSet>
      <dgm:spPr/>
    </dgm:pt>
    <dgm:pt modelId="{60BF7B2C-4AAA-4EE1-BBFE-EA9927B13B6A}" type="pres">
      <dgm:prSet presAssocID="{1302CEDE-9583-449C-A809-BDD6F7DAE00B}" presName="horFlow"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3B2D1657-E23C-4C80-BF52-E8CE6BF71C1C}" type="pres">
      <dgm:prSet presAssocID="{1302CEDE-9583-449C-A809-BDD6F7DAE00B}" presName="bigChev" presStyleLbl="node1" presStyleIdx="0" presStyleCnt="1"/>
      <dgm:spPr/>
    </dgm:pt>
    <dgm:pt modelId="{2844A2A7-0D0E-465E-87E9-E0B154395242}" type="pres">
      <dgm:prSet presAssocID="{2CECDE5A-435A-4CC4-AE24-368BA6C15AF0}" presName="par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57D57D4C-7A58-4E83-B1F7-6245D9E1CD7F}" type="pres">
      <dgm:prSet presAssocID="{066691DE-C101-438F-9907-1AEB675FBDD1}" presName="node" presStyleLbl="alignAccFollowNode1" presStyleIdx="0" presStyleCnt="3">
        <dgm:presLayoutVars>
          <dgm:bulletEnabled val="1"/>
        </dgm:presLayoutVars>
      </dgm:prSet>
      <dgm:spPr/>
    </dgm:pt>
    <dgm:pt modelId="{34463BCB-BCAF-43C2-892A-BB1E3A61D7C0}" type="pres">
      <dgm:prSet presAssocID="{DDA0F866-BC5E-4154-BCAA-43A9DBC03EBB}"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724FC1D2-C7D7-44E4-AE89-D87A6D7AA26C}" type="pres">
      <dgm:prSet presAssocID="{5A453E62-E3BF-4CBD-A3A4-DBDBF19BA151}" presName="node" presStyleLbl="alignAccFollowNode1" presStyleIdx="1" presStyleCnt="3">
        <dgm:presLayoutVars>
          <dgm:bulletEnabled val="1"/>
        </dgm:presLayoutVars>
      </dgm:prSet>
      <dgm:spPr/>
    </dgm:pt>
    <dgm:pt modelId="{1697E378-E0BD-4767-9FD8-EDECC35AD8B0}" type="pres">
      <dgm:prSet presAssocID="{9E4C4F98-96B5-4875-957A-A417A0D46131}"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27150808-2378-4D60-A49B-C0874CAE9E76}" type="pres">
      <dgm:prSet presAssocID="{F77C5758-772E-4183-8312-806F3968BE96}" presName="node" presStyleLbl="alignAccFollowNode1" presStyleIdx="2" presStyleCnt="3">
        <dgm:presLayoutVars>
          <dgm:bulletEnabled val="1"/>
        </dgm:presLayoutVars>
      </dgm:prSet>
      <dgm:spPr/>
    </dgm:pt>
  </dgm:ptLst>
  <dgm:cxnLst>
    <dgm:cxn modelId="{72EC7419-609E-417D-8713-50EEC2F13C42}" srcId="{066691DE-C101-438F-9907-1AEB675FBDD1}" destId="{DB8562FF-2F36-497A-BCB3-F15D8452609F}" srcOrd="0" destOrd="0" parTransId="{5B41F673-A1AB-42A5-8A3B-43C93E7A3504}" sibTransId="{76EC4672-3C96-4DAA-8F88-9652E0DEC871}"/>
    <dgm:cxn modelId="{5D6F9919-0A16-4F3C-8B0C-ED7D4392310F}" type="presOf" srcId="{066691DE-C101-438F-9907-1AEB675FBDD1}" destId="{57D57D4C-7A58-4E83-B1F7-6245D9E1CD7F}" srcOrd="0" destOrd="0" presId="urn:microsoft.com/office/officeart/2005/8/layout/lProcess3"/>
    <dgm:cxn modelId="{520F7A26-B9F1-4054-9F0C-8E285EC7C21F}" type="presOf" srcId="{DB8562FF-2F36-497A-BCB3-F15D8452609F}" destId="{57D57D4C-7A58-4E83-B1F7-6245D9E1CD7F}" srcOrd="0" destOrd="1" presId="urn:microsoft.com/office/officeart/2005/8/layout/lProcess3"/>
    <dgm:cxn modelId="{FFA1C15D-5BEE-42F5-9AD8-03CBED859936}" srcId="{066691DE-C101-438F-9907-1AEB675FBDD1}" destId="{B3C287B6-3D68-4CE1-8126-EBF64C85CE7E}" srcOrd="1" destOrd="0" parTransId="{36F2074E-0F84-491A-B854-06AF662C3FC6}" sibTransId="{0FC57E77-FA65-42C3-97FF-4D86E1B95699}"/>
    <dgm:cxn modelId="{6171AB4A-A8F8-43F7-A532-9E6A904AD899}" srcId="{35D989D2-49BD-4564-A68F-B9D7D23586FA}" destId="{1302CEDE-9583-449C-A809-BDD6F7DAE00B}" srcOrd="0" destOrd="0" parTransId="{0265A412-979A-4A03-BFCC-4D89A77005CD}" sibTransId="{38BDA1D5-489C-4B4C-9438-BC25B4CD9A78}"/>
    <dgm:cxn modelId="{E7837C4C-BEE2-4464-B5E0-8591B798CA17}" srcId="{1302CEDE-9583-449C-A809-BDD6F7DAE00B}" destId="{5A453E62-E3BF-4CBD-A3A4-DBDBF19BA151}" srcOrd="1" destOrd="0" parTransId="{D894D78B-883E-4E60-860A-511FA21E6382}" sibTransId="{9E4C4F98-96B5-4875-957A-A417A0D46131}"/>
    <dgm:cxn modelId="{8413C373-06FD-4FCC-A9C7-37AE848718A2}" srcId="{1302CEDE-9583-449C-A809-BDD6F7DAE00B}" destId="{066691DE-C101-438F-9907-1AEB675FBDD1}" srcOrd="0" destOrd="0" parTransId="{2CECDE5A-435A-4CC4-AE24-368BA6C15AF0}" sibTransId="{DDA0F866-BC5E-4154-BCAA-43A9DBC03EBB}"/>
    <dgm:cxn modelId="{3D345D76-371D-473D-ADED-8D4009F2EA3C}" type="presOf" srcId="{5A453E62-E3BF-4CBD-A3A4-DBDBF19BA151}" destId="{724FC1D2-C7D7-44E4-AE89-D87A6D7AA26C}" srcOrd="0" destOrd="0" presId="urn:microsoft.com/office/officeart/2005/8/layout/lProcess3"/>
    <dgm:cxn modelId="{6ACD3783-DACB-4D14-8F7C-006789684D29}" type="presOf" srcId="{35D989D2-49BD-4564-A68F-B9D7D23586FA}" destId="{2797A1B8-2B01-48B6-85AB-160FA6BE3F30}" srcOrd="0" destOrd="0" presId="urn:microsoft.com/office/officeart/2005/8/layout/lProcess3"/>
    <dgm:cxn modelId="{BE15B3A2-2B24-4084-993A-6542CE3266D2}" type="presOf" srcId="{A9B26B26-4547-4984-9ECE-A34D0DA5350B}" destId="{57D57D4C-7A58-4E83-B1F7-6245D9E1CD7F}" srcOrd="0" destOrd="3" presId="urn:microsoft.com/office/officeart/2005/8/layout/lProcess3"/>
    <dgm:cxn modelId="{DEBD06A4-470F-49F8-8490-379304832403}" srcId="{1302CEDE-9583-449C-A809-BDD6F7DAE00B}" destId="{F77C5758-772E-4183-8312-806F3968BE96}" srcOrd="2" destOrd="0" parTransId="{E8EF5988-AB1D-40D5-A373-36198E191D3B}" sibTransId="{D5204819-67E9-4970-B6DF-CEE8B842A1ED}"/>
    <dgm:cxn modelId="{381418A9-68B1-40D0-9ED0-8BFEBD64D6FB}" srcId="{066691DE-C101-438F-9907-1AEB675FBDD1}" destId="{A9B26B26-4547-4984-9ECE-A34D0DA5350B}" srcOrd="2" destOrd="0" parTransId="{E8FB5067-E09C-444B-9AF5-8A547BBC9292}" sibTransId="{17DC9AFF-85F2-4649-A364-FA3A73C4CD42}"/>
    <dgm:cxn modelId="{C4A7E7AD-49CC-4ACE-9629-A9F40D87C0FF}" type="presOf" srcId="{1302CEDE-9583-449C-A809-BDD6F7DAE00B}" destId="{3B2D1657-E23C-4C80-BF52-E8CE6BF71C1C}" srcOrd="0" destOrd="0" presId="urn:microsoft.com/office/officeart/2005/8/layout/lProcess3"/>
    <dgm:cxn modelId="{30C761C2-2908-41CA-A690-8CB7A01838F9}" type="presOf" srcId="{B3C287B6-3D68-4CE1-8126-EBF64C85CE7E}" destId="{57D57D4C-7A58-4E83-B1F7-6245D9E1CD7F}" srcOrd="0" destOrd="2" presId="urn:microsoft.com/office/officeart/2005/8/layout/lProcess3"/>
    <dgm:cxn modelId="{2CAEE1D3-3C1D-4BDF-9780-CF510E9226F7}" type="presOf" srcId="{F77C5758-772E-4183-8312-806F3968BE96}" destId="{27150808-2378-4D60-A49B-C0874CAE9E76}" srcOrd="0" destOrd="0" presId="urn:microsoft.com/office/officeart/2005/8/layout/lProcess3"/>
    <dgm:cxn modelId="{BD7609C6-A24C-4E43-A146-EA6FA4B3ED64}" type="presParOf" srcId="{2797A1B8-2B01-48B6-85AB-160FA6BE3F30}" destId="{60BF7B2C-4AAA-4EE1-BBFE-EA9927B13B6A}" srcOrd="0" destOrd="0" presId="urn:microsoft.com/office/officeart/2005/8/layout/lProcess3"/>
    <dgm:cxn modelId="{36A48A4A-2E5B-44B4-AB44-94F8058D86C1}" type="presParOf" srcId="{60BF7B2C-4AAA-4EE1-BBFE-EA9927B13B6A}" destId="{3B2D1657-E23C-4C80-BF52-E8CE6BF71C1C}" srcOrd="0" destOrd="0" presId="urn:microsoft.com/office/officeart/2005/8/layout/lProcess3"/>
    <dgm:cxn modelId="{DB790495-1D32-4164-BF5C-A974BFDAE951}" type="presParOf" srcId="{60BF7B2C-4AAA-4EE1-BBFE-EA9927B13B6A}" destId="{2844A2A7-0D0E-465E-87E9-E0B154395242}" srcOrd="1" destOrd="0" presId="urn:microsoft.com/office/officeart/2005/8/layout/lProcess3"/>
    <dgm:cxn modelId="{9E8D3957-456C-43AA-99A8-80EDD1898B6A}" type="presParOf" srcId="{60BF7B2C-4AAA-4EE1-BBFE-EA9927B13B6A}" destId="{57D57D4C-7A58-4E83-B1F7-6245D9E1CD7F}" srcOrd="2" destOrd="0" presId="urn:microsoft.com/office/officeart/2005/8/layout/lProcess3"/>
    <dgm:cxn modelId="{6CF74C11-F89D-4F97-A251-8666D1703C45}" type="presParOf" srcId="{60BF7B2C-4AAA-4EE1-BBFE-EA9927B13B6A}" destId="{34463BCB-BCAF-43C2-892A-BB1E3A61D7C0}" srcOrd="3" destOrd="0" presId="urn:microsoft.com/office/officeart/2005/8/layout/lProcess3"/>
    <dgm:cxn modelId="{4BD8A4AC-C0B0-4C13-AAD2-EA7C7B0C7F29}" type="presParOf" srcId="{60BF7B2C-4AAA-4EE1-BBFE-EA9927B13B6A}" destId="{724FC1D2-C7D7-44E4-AE89-D87A6D7AA26C}" srcOrd="4" destOrd="0" presId="urn:microsoft.com/office/officeart/2005/8/layout/lProcess3"/>
    <dgm:cxn modelId="{B8CD9666-0C5A-4A90-9E73-A3CC56D9DD39}" type="presParOf" srcId="{60BF7B2C-4AAA-4EE1-BBFE-EA9927B13B6A}" destId="{1697E378-E0BD-4767-9FD8-EDECC35AD8B0}" srcOrd="5" destOrd="0" presId="urn:microsoft.com/office/officeart/2005/8/layout/lProcess3"/>
    <dgm:cxn modelId="{9E143090-350A-410C-B56E-FC27C0196A8D}" type="presParOf" srcId="{60BF7B2C-4AAA-4EE1-BBFE-EA9927B13B6A}" destId="{27150808-2378-4D60-A49B-C0874CAE9E76}" srcOrd="6"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A2DEEB9-295F-408D-95AB-2E99B3B32F3B}" type="doc">
      <dgm:prSet loTypeId="urn:microsoft.com/office/officeart/2005/8/layout/process1" loCatId="process" qsTypeId="urn:microsoft.com/office/officeart/2005/8/quickstyle/3d1" qsCatId="3D" csTypeId="urn:microsoft.com/office/officeart/2005/8/colors/accent1_2" csCatId="accent1" phldr="1"/>
      <dgm:spPr/>
      <dgm:t>
        <a:bodyPr/>
        <a:lstStyle/>
        <a:p>
          <a:endParaRPr lang="en-GB"/>
        </a:p>
      </dgm:t>
    </dgm:pt>
    <dgm:pt modelId="{6E26110E-64E2-446D-B45A-7AD2644AA0FD}">
      <dgm:prSet custT="1"/>
      <dgm:spPr/>
      <dgm:t>
        <a:bodyPr/>
        <a:lstStyle/>
        <a:p>
          <a:r>
            <a:rPr lang="nl-NL" sz="1600" b="0" dirty="0"/>
            <a:t>Wat is je </a:t>
          </a:r>
          <a:r>
            <a:rPr lang="nl-NL" sz="1600" b="0" dirty="0" err="1"/>
            <a:t>onderzoeks-vraag</a:t>
          </a:r>
          <a:r>
            <a:rPr lang="nl-NL" sz="1600" b="0" dirty="0"/>
            <a:t>?</a:t>
          </a:r>
          <a:endParaRPr lang="nl-NL" sz="1600" dirty="0"/>
        </a:p>
      </dgm:t>
    </dgm:pt>
    <dgm:pt modelId="{7AB2D06D-381C-4D0F-A1B9-1E7BDD4C72F8}" type="parTrans" cxnId="{460D99C6-4488-43BF-86FB-174DCB1B7DE4}">
      <dgm:prSet/>
      <dgm:spPr/>
      <dgm:t>
        <a:bodyPr/>
        <a:lstStyle/>
        <a:p>
          <a:endParaRPr lang="en-GB"/>
        </a:p>
      </dgm:t>
    </dgm:pt>
    <dgm:pt modelId="{A462A801-93B5-44B5-BDEC-509C802A13AF}" type="sibTrans" cxnId="{460D99C6-4488-43BF-86FB-174DCB1B7DE4}">
      <dgm:prSet/>
      <dgm:spPr/>
      <dgm:t>
        <a:bodyPr/>
        <a:lstStyle/>
        <a:p>
          <a:endParaRPr lang="en-GB"/>
        </a:p>
      </dgm:t>
    </dgm:pt>
    <dgm:pt modelId="{C97D2B78-E92B-450C-9789-F89EA6BC2AFA}">
      <dgm:prSet/>
      <dgm:spPr/>
      <dgm:t>
        <a:bodyPr/>
        <a:lstStyle/>
        <a:p>
          <a:r>
            <a:rPr lang="nl-NL" b="0" dirty="0"/>
            <a:t>Welke soort data heb je nodig (kwalitatieve, kwantitatieve, survey templates etc.)?</a:t>
          </a:r>
          <a:endParaRPr lang="nl-NL" dirty="0"/>
        </a:p>
      </dgm:t>
    </dgm:pt>
    <dgm:pt modelId="{6351A2FD-5837-4E4B-96BC-8D5972A488CB}" type="parTrans" cxnId="{86FE2854-5B8A-44F2-A2CB-E7551B72A73D}">
      <dgm:prSet/>
      <dgm:spPr/>
      <dgm:t>
        <a:bodyPr/>
        <a:lstStyle/>
        <a:p>
          <a:endParaRPr lang="en-GB"/>
        </a:p>
      </dgm:t>
    </dgm:pt>
    <dgm:pt modelId="{966C7882-9904-434B-AB88-8E9053C8B1C0}" type="sibTrans" cxnId="{86FE2854-5B8A-44F2-A2CB-E7551B72A73D}">
      <dgm:prSet/>
      <dgm:spPr/>
      <dgm:t>
        <a:bodyPr/>
        <a:lstStyle/>
        <a:p>
          <a:endParaRPr lang="en-GB"/>
        </a:p>
      </dgm:t>
    </dgm:pt>
    <dgm:pt modelId="{D0F86984-4D31-4D0C-8D69-7568D43EFC53}">
      <dgm:prSet/>
      <dgm:spPr/>
      <dgm:t>
        <a:bodyPr/>
        <a:lstStyle/>
        <a:p>
          <a:r>
            <a:rPr lang="nl-NL" b="0"/>
            <a:t>Welke variabelen heb je nodig (leeftijd, gender, beroep, etc.)?</a:t>
          </a:r>
          <a:endParaRPr lang="nl-NL"/>
        </a:p>
      </dgm:t>
    </dgm:pt>
    <dgm:pt modelId="{FB48626E-03EE-41CC-9830-8013892C94C1}" type="parTrans" cxnId="{F4648474-A020-4E8C-828A-CBCD81BD092A}">
      <dgm:prSet/>
      <dgm:spPr/>
      <dgm:t>
        <a:bodyPr/>
        <a:lstStyle/>
        <a:p>
          <a:endParaRPr lang="en-GB"/>
        </a:p>
      </dgm:t>
    </dgm:pt>
    <dgm:pt modelId="{D8EA2B4C-655D-4A6E-BDC2-129545131EF5}" type="sibTrans" cxnId="{F4648474-A020-4E8C-828A-CBCD81BD092A}">
      <dgm:prSet/>
      <dgm:spPr/>
      <dgm:t>
        <a:bodyPr/>
        <a:lstStyle/>
        <a:p>
          <a:endParaRPr lang="en-GB"/>
        </a:p>
      </dgm:t>
    </dgm:pt>
    <dgm:pt modelId="{54AC06AC-F847-4E5D-9103-98D6C0F593C0}">
      <dgm:prSet/>
      <dgm:spPr/>
      <dgm:t>
        <a:bodyPr/>
        <a:lstStyle/>
        <a:p>
          <a:r>
            <a:rPr lang="nl-NL" b="0"/>
            <a:t>Wat wil je doen met de data?</a:t>
          </a:r>
          <a:endParaRPr lang="nl-NL"/>
        </a:p>
      </dgm:t>
    </dgm:pt>
    <dgm:pt modelId="{5862B39D-4112-4F85-B3B5-C32EFE38BFFD}" type="parTrans" cxnId="{2CC5B499-682D-45A9-A7DF-C12366F98401}">
      <dgm:prSet/>
      <dgm:spPr/>
      <dgm:t>
        <a:bodyPr/>
        <a:lstStyle/>
        <a:p>
          <a:endParaRPr lang="en-GB"/>
        </a:p>
      </dgm:t>
    </dgm:pt>
    <dgm:pt modelId="{2EB79FD9-4E05-4FA5-8F79-2083656F983D}" type="sibTrans" cxnId="{2CC5B499-682D-45A9-A7DF-C12366F98401}">
      <dgm:prSet/>
      <dgm:spPr/>
      <dgm:t>
        <a:bodyPr/>
        <a:lstStyle/>
        <a:p>
          <a:endParaRPr lang="en-GB"/>
        </a:p>
      </dgm:t>
    </dgm:pt>
    <dgm:pt modelId="{9DD37A62-1640-44CD-8512-F184909C1711}">
      <dgm:prSet/>
      <dgm:spPr/>
      <dgm:t>
        <a:bodyPr/>
        <a:lstStyle/>
        <a:p>
          <a:r>
            <a:rPr lang="nl-NL" b="0"/>
            <a:t>Met welke trefwoorden ga je zoeken?</a:t>
          </a:r>
          <a:endParaRPr lang="nl-NL"/>
        </a:p>
      </dgm:t>
    </dgm:pt>
    <dgm:pt modelId="{426562B9-88C6-4F9E-8A1B-E9C1A5713877}" type="parTrans" cxnId="{F34C9A64-8E0F-4A83-A4F2-DC482E99E6FD}">
      <dgm:prSet/>
      <dgm:spPr/>
      <dgm:t>
        <a:bodyPr/>
        <a:lstStyle/>
        <a:p>
          <a:endParaRPr lang="en-GB"/>
        </a:p>
      </dgm:t>
    </dgm:pt>
    <dgm:pt modelId="{8CE762BB-84CB-4191-B617-F953AFA0D038}" type="sibTrans" cxnId="{F34C9A64-8E0F-4A83-A4F2-DC482E99E6FD}">
      <dgm:prSet/>
      <dgm:spPr/>
      <dgm:t>
        <a:bodyPr/>
        <a:lstStyle/>
        <a:p>
          <a:endParaRPr lang="en-GB"/>
        </a:p>
      </dgm:t>
    </dgm:pt>
    <dgm:pt modelId="{808769B5-6200-4D9D-A38D-F55583CF9FD9}">
      <dgm:prSet/>
      <dgm:spPr/>
      <dgm:t>
        <a:bodyPr/>
        <a:lstStyle/>
        <a:p>
          <a:r>
            <a:rPr lang="nl-NL" b="0"/>
            <a:t>Binnen welke context?</a:t>
          </a:r>
          <a:endParaRPr lang="nl-NL"/>
        </a:p>
      </dgm:t>
    </dgm:pt>
    <dgm:pt modelId="{53B31B5B-DEFF-447A-8F3D-6EE5623DC400}" type="parTrans" cxnId="{81D37891-AB77-4D29-A168-CA721DDC2C48}">
      <dgm:prSet/>
      <dgm:spPr/>
      <dgm:t>
        <a:bodyPr/>
        <a:lstStyle/>
        <a:p>
          <a:endParaRPr lang="en-GB"/>
        </a:p>
      </dgm:t>
    </dgm:pt>
    <dgm:pt modelId="{E9D293DA-D293-42FD-A3C8-D85706289953}" type="sibTrans" cxnId="{81D37891-AB77-4D29-A168-CA721DDC2C48}">
      <dgm:prSet/>
      <dgm:spPr/>
      <dgm:t>
        <a:bodyPr/>
        <a:lstStyle/>
        <a:p>
          <a:endParaRPr lang="en-GB"/>
        </a:p>
      </dgm:t>
    </dgm:pt>
    <dgm:pt modelId="{5B9292D8-A7F4-47BD-BAA7-4CC633EF1287}">
      <dgm:prSet/>
      <dgm:spPr/>
      <dgm:t>
        <a:bodyPr/>
        <a:lstStyle/>
        <a:p>
          <a:r>
            <a:rPr lang="nl-NL" b="0"/>
            <a:t>Discipline</a:t>
          </a:r>
          <a:endParaRPr lang="nl-NL"/>
        </a:p>
      </dgm:t>
    </dgm:pt>
    <dgm:pt modelId="{D327A2CF-BE6C-4C6F-BF7E-BFACCED27A88}" type="parTrans" cxnId="{8A14397E-E983-46A5-9AB0-B4DDF902F81B}">
      <dgm:prSet/>
      <dgm:spPr/>
      <dgm:t>
        <a:bodyPr/>
        <a:lstStyle/>
        <a:p>
          <a:endParaRPr lang="en-GB"/>
        </a:p>
      </dgm:t>
    </dgm:pt>
    <dgm:pt modelId="{8031FDBC-64A9-47AE-9930-B12115FC800F}" type="sibTrans" cxnId="{8A14397E-E983-46A5-9AB0-B4DDF902F81B}">
      <dgm:prSet/>
      <dgm:spPr/>
      <dgm:t>
        <a:bodyPr/>
        <a:lstStyle/>
        <a:p>
          <a:endParaRPr lang="en-GB"/>
        </a:p>
      </dgm:t>
    </dgm:pt>
    <dgm:pt modelId="{93C831D3-FFF7-4DFB-8EA2-D215227CE065}">
      <dgm:prSet/>
      <dgm:spPr/>
      <dgm:t>
        <a:bodyPr/>
        <a:lstStyle/>
        <a:p>
          <a:r>
            <a:rPr lang="nl-NL" b="0"/>
            <a:t>Geografie</a:t>
          </a:r>
          <a:endParaRPr lang="nl-NL"/>
        </a:p>
      </dgm:t>
    </dgm:pt>
    <dgm:pt modelId="{C063E740-FEF9-41F0-B808-C8E83CE50C63}" type="parTrans" cxnId="{16BE53A7-461D-407A-8D0B-98BC7CA215EA}">
      <dgm:prSet/>
      <dgm:spPr/>
      <dgm:t>
        <a:bodyPr/>
        <a:lstStyle/>
        <a:p>
          <a:endParaRPr lang="en-GB"/>
        </a:p>
      </dgm:t>
    </dgm:pt>
    <dgm:pt modelId="{33AFD402-344E-4F2B-9965-FE5D17BCBFC3}" type="sibTrans" cxnId="{16BE53A7-461D-407A-8D0B-98BC7CA215EA}">
      <dgm:prSet/>
      <dgm:spPr/>
      <dgm:t>
        <a:bodyPr/>
        <a:lstStyle/>
        <a:p>
          <a:endParaRPr lang="en-GB"/>
        </a:p>
      </dgm:t>
    </dgm:pt>
    <dgm:pt modelId="{9635456E-08AA-4AF6-A89A-D4DCCB601CD2}">
      <dgm:prSet/>
      <dgm:spPr/>
      <dgm:t>
        <a:bodyPr/>
        <a:lstStyle/>
        <a:p>
          <a:r>
            <a:rPr lang="nl-NL" b="0"/>
            <a:t>Tijdspad</a:t>
          </a:r>
          <a:endParaRPr lang="nl-NL"/>
        </a:p>
      </dgm:t>
    </dgm:pt>
    <dgm:pt modelId="{6ABB3CCB-417D-4CC0-ADAF-209161F7DE75}" type="parTrans" cxnId="{563B6A47-4B0D-4D42-A196-A9E4AF271B18}">
      <dgm:prSet/>
      <dgm:spPr/>
      <dgm:t>
        <a:bodyPr/>
        <a:lstStyle/>
        <a:p>
          <a:endParaRPr lang="en-GB"/>
        </a:p>
      </dgm:t>
    </dgm:pt>
    <dgm:pt modelId="{E20CD945-1D86-4C0B-B91B-F714BDD17223}" type="sibTrans" cxnId="{563B6A47-4B0D-4D42-A196-A9E4AF271B18}">
      <dgm:prSet/>
      <dgm:spPr/>
      <dgm:t>
        <a:bodyPr/>
        <a:lstStyle/>
        <a:p>
          <a:endParaRPr lang="en-GB"/>
        </a:p>
      </dgm:t>
    </dgm:pt>
    <dgm:pt modelId="{86A32801-39F4-4619-8985-99839343E261}">
      <dgm:prSet/>
      <dgm:spPr/>
      <dgm:t>
        <a:bodyPr/>
        <a:lstStyle/>
        <a:p>
          <a:r>
            <a:rPr lang="nl-NL" b="0"/>
            <a:t>Doelgroep</a:t>
          </a:r>
          <a:endParaRPr lang="nl-NL"/>
        </a:p>
      </dgm:t>
    </dgm:pt>
    <dgm:pt modelId="{8487C3D1-CBBA-4078-BA33-040F4B08D649}" type="parTrans" cxnId="{D01529E8-5905-4CCD-81B0-B80617486734}">
      <dgm:prSet/>
      <dgm:spPr/>
      <dgm:t>
        <a:bodyPr/>
        <a:lstStyle/>
        <a:p>
          <a:endParaRPr lang="en-GB"/>
        </a:p>
      </dgm:t>
    </dgm:pt>
    <dgm:pt modelId="{4EF22233-9676-4A69-A349-644BD426846A}" type="sibTrans" cxnId="{D01529E8-5905-4CCD-81B0-B80617486734}">
      <dgm:prSet/>
      <dgm:spPr/>
      <dgm:t>
        <a:bodyPr/>
        <a:lstStyle/>
        <a:p>
          <a:endParaRPr lang="en-GB"/>
        </a:p>
      </dgm:t>
    </dgm:pt>
    <dgm:pt modelId="{65D55623-F62B-4879-9787-D1C2970E1B0F}">
      <dgm:prSet/>
      <dgm:spPr/>
      <dgm:t>
        <a:bodyPr/>
        <a:lstStyle/>
        <a:p>
          <a:r>
            <a:rPr lang="nl-NL" b="0"/>
            <a:t>Metadatastandaard </a:t>
          </a:r>
          <a:endParaRPr lang="nl-NL"/>
        </a:p>
      </dgm:t>
    </dgm:pt>
    <dgm:pt modelId="{D584BB04-0789-4B5C-A36A-9EC04A86709F}" type="parTrans" cxnId="{C55F9975-D8DC-4502-8FF3-90692FB0EE61}">
      <dgm:prSet/>
      <dgm:spPr/>
      <dgm:t>
        <a:bodyPr/>
        <a:lstStyle/>
        <a:p>
          <a:endParaRPr lang="en-GB"/>
        </a:p>
      </dgm:t>
    </dgm:pt>
    <dgm:pt modelId="{1C9A3C6B-7EFB-4F9E-9E34-DC9AA728A2DF}" type="sibTrans" cxnId="{C55F9975-D8DC-4502-8FF3-90692FB0EE61}">
      <dgm:prSet/>
      <dgm:spPr/>
      <dgm:t>
        <a:bodyPr/>
        <a:lstStyle/>
        <a:p>
          <a:endParaRPr lang="en-GB"/>
        </a:p>
      </dgm:t>
    </dgm:pt>
    <dgm:pt modelId="{DFB56CDE-09B5-45D1-9064-4F835C4FBE6D}">
      <dgm:prSet/>
      <dgm:spPr/>
      <dgm:t>
        <a:bodyPr/>
        <a:lstStyle/>
        <a:p>
          <a:r>
            <a:rPr lang="nl-NL" b="0"/>
            <a:t>Open Access (licentie)</a:t>
          </a:r>
          <a:endParaRPr lang="nl-NL"/>
        </a:p>
      </dgm:t>
    </dgm:pt>
    <dgm:pt modelId="{CF119871-3AFA-4A52-BB7C-7F9DB734515C}" type="parTrans" cxnId="{E024C4D2-2879-401E-B2EF-FF6ED4B9E836}">
      <dgm:prSet/>
      <dgm:spPr/>
      <dgm:t>
        <a:bodyPr/>
        <a:lstStyle/>
        <a:p>
          <a:endParaRPr lang="en-GB"/>
        </a:p>
      </dgm:t>
    </dgm:pt>
    <dgm:pt modelId="{2B0A7B93-5A58-4065-9B5E-697270B7CB97}" type="sibTrans" cxnId="{E024C4D2-2879-401E-B2EF-FF6ED4B9E836}">
      <dgm:prSet/>
      <dgm:spPr/>
      <dgm:t>
        <a:bodyPr/>
        <a:lstStyle/>
        <a:p>
          <a:endParaRPr lang="en-GB"/>
        </a:p>
      </dgm:t>
    </dgm:pt>
    <dgm:pt modelId="{65395479-344F-44C8-9F36-3CA6A5B94F23}" type="pres">
      <dgm:prSet presAssocID="{EA2DEEB9-295F-408D-95AB-2E99B3B32F3B}" presName="Name0" presStyleCnt="0">
        <dgm:presLayoutVars>
          <dgm:dir/>
          <dgm:resizeHandles val="exact"/>
        </dgm:presLayoutVars>
      </dgm:prSet>
      <dgm:spPr/>
    </dgm:pt>
    <dgm:pt modelId="{E7C66EC3-02F1-4319-8E8E-ECF68498FDBB}" type="pres">
      <dgm:prSet presAssocID="{6E26110E-64E2-446D-B45A-7AD2644AA0FD}" presName="node" presStyleLbl="node1" presStyleIdx="0" presStyleCnt="6">
        <dgm:presLayoutVars>
          <dgm:bulletEnabled val="1"/>
        </dgm:presLayoutVars>
      </dgm:prSet>
      <dgm:spPr/>
    </dgm:pt>
    <dgm:pt modelId="{13B5F61B-B49F-40F2-966A-61F251E99A27}" type="pres">
      <dgm:prSet presAssocID="{A462A801-93B5-44B5-BDEC-509C802A13AF}" presName="sibTrans" presStyleLbl="sibTrans2D1" presStyleIdx="0" presStyleCnt="5"/>
      <dgm:spPr/>
    </dgm:pt>
    <dgm:pt modelId="{8FCC928F-013E-4CC1-B9A9-258E330DE08D}" type="pres">
      <dgm:prSet presAssocID="{A462A801-93B5-44B5-BDEC-509C802A13AF}" presName="connectorText" presStyleLbl="sibTrans2D1" presStyleIdx="0" presStyleCnt="5"/>
      <dgm:spPr/>
    </dgm:pt>
    <dgm:pt modelId="{55D23502-B9D8-4E57-9FCC-AEEFB9FBB6CD}" type="pres">
      <dgm:prSet presAssocID="{C97D2B78-E92B-450C-9789-F89EA6BC2AFA}" presName="node" presStyleLbl="node1" presStyleIdx="1" presStyleCnt="6">
        <dgm:presLayoutVars>
          <dgm:bulletEnabled val="1"/>
        </dgm:presLayoutVars>
      </dgm:prSet>
      <dgm:spPr/>
    </dgm:pt>
    <dgm:pt modelId="{22449297-B434-467F-B936-504726C1BAB7}" type="pres">
      <dgm:prSet presAssocID="{966C7882-9904-434B-AB88-8E9053C8B1C0}" presName="sibTrans" presStyleLbl="sibTrans2D1" presStyleIdx="1" presStyleCnt="5"/>
      <dgm:spPr/>
    </dgm:pt>
    <dgm:pt modelId="{B5A72CBA-DA9C-4CB9-9A81-EC5F5FB93144}" type="pres">
      <dgm:prSet presAssocID="{966C7882-9904-434B-AB88-8E9053C8B1C0}" presName="connectorText" presStyleLbl="sibTrans2D1" presStyleIdx="1" presStyleCnt="5"/>
      <dgm:spPr/>
    </dgm:pt>
    <dgm:pt modelId="{7C63349D-254E-4C4B-8DBC-4B21C63FF6FB}" type="pres">
      <dgm:prSet presAssocID="{D0F86984-4D31-4D0C-8D69-7568D43EFC53}" presName="node" presStyleLbl="node1" presStyleIdx="2" presStyleCnt="6" custLinFactNeighborX="-6549" custLinFactNeighborY="692">
        <dgm:presLayoutVars>
          <dgm:bulletEnabled val="1"/>
        </dgm:presLayoutVars>
      </dgm:prSet>
      <dgm:spPr/>
    </dgm:pt>
    <dgm:pt modelId="{3ACE94FB-6713-470F-A798-8901DDCAB877}" type="pres">
      <dgm:prSet presAssocID="{D8EA2B4C-655D-4A6E-BDC2-129545131EF5}" presName="sibTrans" presStyleLbl="sibTrans2D1" presStyleIdx="2" presStyleCnt="5"/>
      <dgm:spPr/>
    </dgm:pt>
    <dgm:pt modelId="{F3282BEB-5F1A-4A44-9445-862C5EF1684A}" type="pres">
      <dgm:prSet presAssocID="{D8EA2B4C-655D-4A6E-BDC2-129545131EF5}" presName="connectorText" presStyleLbl="sibTrans2D1" presStyleIdx="2" presStyleCnt="5"/>
      <dgm:spPr/>
    </dgm:pt>
    <dgm:pt modelId="{01C7D254-DB63-4E89-AFBC-C43F3CC52130}" type="pres">
      <dgm:prSet presAssocID="{54AC06AC-F847-4E5D-9103-98D6C0F593C0}" presName="node" presStyleLbl="node1" presStyleIdx="3" presStyleCnt="6">
        <dgm:presLayoutVars>
          <dgm:bulletEnabled val="1"/>
        </dgm:presLayoutVars>
      </dgm:prSet>
      <dgm:spPr/>
    </dgm:pt>
    <dgm:pt modelId="{2B0426D9-C75A-400B-8D7C-FA5BC65CA7BC}" type="pres">
      <dgm:prSet presAssocID="{2EB79FD9-4E05-4FA5-8F79-2083656F983D}" presName="sibTrans" presStyleLbl="sibTrans2D1" presStyleIdx="3" presStyleCnt="5"/>
      <dgm:spPr/>
    </dgm:pt>
    <dgm:pt modelId="{E30FB7E9-E9FF-4BB4-8FBB-E94EE60C5F94}" type="pres">
      <dgm:prSet presAssocID="{2EB79FD9-4E05-4FA5-8F79-2083656F983D}" presName="connectorText" presStyleLbl="sibTrans2D1" presStyleIdx="3" presStyleCnt="5"/>
      <dgm:spPr/>
    </dgm:pt>
    <dgm:pt modelId="{789858C5-81B0-4E72-99B8-86CEB0FCA2B9}" type="pres">
      <dgm:prSet presAssocID="{9DD37A62-1640-44CD-8512-F184909C1711}" presName="node" presStyleLbl="node1" presStyleIdx="4" presStyleCnt="6">
        <dgm:presLayoutVars>
          <dgm:bulletEnabled val="1"/>
        </dgm:presLayoutVars>
      </dgm:prSet>
      <dgm:spPr/>
    </dgm:pt>
    <dgm:pt modelId="{76635C55-75C0-453F-89AC-6B1D45B7E914}" type="pres">
      <dgm:prSet presAssocID="{8CE762BB-84CB-4191-B617-F953AFA0D038}" presName="sibTrans" presStyleLbl="sibTrans2D1" presStyleIdx="4" presStyleCnt="5"/>
      <dgm:spPr/>
    </dgm:pt>
    <dgm:pt modelId="{84FD144C-43AD-4A43-B457-151B72A15FB4}" type="pres">
      <dgm:prSet presAssocID="{8CE762BB-84CB-4191-B617-F953AFA0D038}" presName="connectorText" presStyleLbl="sibTrans2D1" presStyleIdx="4" presStyleCnt="5"/>
      <dgm:spPr/>
    </dgm:pt>
    <dgm:pt modelId="{2FA8C5BF-E2CE-4C7D-8AF7-8374A0ECDC1D}" type="pres">
      <dgm:prSet presAssocID="{808769B5-6200-4D9D-A38D-F55583CF9FD9}" presName="node" presStyleLbl="node1" presStyleIdx="5" presStyleCnt="6">
        <dgm:presLayoutVars>
          <dgm:bulletEnabled val="1"/>
        </dgm:presLayoutVars>
      </dgm:prSet>
      <dgm:spPr/>
    </dgm:pt>
  </dgm:ptLst>
  <dgm:cxnLst>
    <dgm:cxn modelId="{930A9203-AF75-44B5-84E3-F711AF2593BC}" type="presOf" srcId="{8CE762BB-84CB-4191-B617-F953AFA0D038}" destId="{76635C55-75C0-453F-89AC-6B1D45B7E914}" srcOrd="0" destOrd="0" presId="urn:microsoft.com/office/officeart/2005/8/layout/process1"/>
    <dgm:cxn modelId="{0E92FE21-2999-4FE8-BE3B-1170065F7CBB}" type="presOf" srcId="{9635456E-08AA-4AF6-A89A-D4DCCB601CD2}" destId="{2FA8C5BF-E2CE-4C7D-8AF7-8374A0ECDC1D}" srcOrd="0" destOrd="3" presId="urn:microsoft.com/office/officeart/2005/8/layout/process1"/>
    <dgm:cxn modelId="{FE950935-DB12-400C-9A6D-F73F605AB07F}" type="presOf" srcId="{966C7882-9904-434B-AB88-8E9053C8B1C0}" destId="{B5A72CBA-DA9C-4CB9-9A81-EC5F5FB93144}" srcOrd="1" destOrd="0" presId="urn:microsoft.com/office/officeart/2005/8/layout/process1"/>
    <dgm:cxn modelId="{41DE453B-E7BA-45E0-BEB5-9C1DD6A9F8C4}" type="presOf" srcId="{DFB56CDE-09B5-45D1-9064-4F835C4FBE6D}" destId="{2FA8C5BF-E2CE-4C7D-8AF7-8374A0ECDC1D}" srcOrd="0" destOrd="6" presId="urn:microsoft.com/office/officeart/2005/8/layout/process1"/>
    <dgm:cxn modelId="{6553585E-9018-4E26-B3EF-A04AC4C1A54B}" type="presOf" srcId="{966C7882-9904-434B-AB88-8E9053C8B1C0}" destId="{22449297-B434-467F-B936-504726C1BAB7}" srcOrd="0" destOrd="0" presId="urn:microsoft.com/office/officeart/2005/8/layout/process1"/>
    <dgm:cxn modelId="{F34C9A64-8E0F-4A83-A4F2-DC482E99E6FD}" srcId="{EA2DEEB9-295F-408D-95AB-2E99B3B32F3B}" destId="{9DD37A62-1640-44CD-8512-F184909C1711}" srcOrd="4" destOrd="0" parTransId="{426562B9-88C6-4F9E-8A1B-E9C1A5713877}" sibTransId="{8CE762BB-84CB-4191-B617-F953AFA0D038}"/>
    <dgm:cxn modelId="{563B6A47-4B0D-4D42-A196-A9E4AF271B18}" srcId="{808769B5-6200-4D9D-A38D-F55583CF9FD9}" destId="{9635456E-08AA-4AF6-A89A-D4DCCB601CD2}" srcOrd="2" destOrd="0" parTransId="{6ABB3CCB-417D-4CC0-ADAF-209161F7DE75}" sibTransId="{E20CD945-1D86-4C0B-B91B-F714BDD17223}"/>
    <dgm:cxn modelId="{11883E6A-50E7-41F2-8C9A-5F42BA3970ED}" type="presOf" srcId="{808769B5-6200-4D9D-A38D-F55583CF9FD9}" destId="{2FA8C5BF-E2CE-4C7D-8AF7-8374A0ECDC1D}" srcOrd="0" destOrd="0" presId="urn:microsoft.com/office/officeart/2005/8/layout/process1"/>
    <dgm:cxn modelId="{4C2EDD4D-A717-42A4-9BC5-3C5E241DF0F6}" type="presOf" srcId="{EA2DEEB9-295F-408D-95AB-2E99B3B32F3B}" destId="{65395479-344F-44C8-9F36-3CA6A5B94F23}" srcOrd="0" destOrd="0" presId="urn:microsoft.com/office/officeart/2005/8/layout/process1"/>
    <dgm:cxn modelId="{89666C71-3DB9-4596-9EEC-D418C74B66D1}" type="presOf" srcId="{65D55623-F62B-4879-9787-D1C2970E1B0F}" destId="{2FA8C5BF-E2CE-4C7D-8AF7-8374A0ECDC1D}" srcOrd="0" destOrd="5" presId="urn:microsoft.com/office/officeart/2005/8/layout/process1"/>
    <dgm:cxn modelId="{86FE2854-5B8A-44F2-A2CB-E7551B72A73D}" srcId="{EA2DEEB9-295F-408D-95AB-2E99B3B32F3B}" destId="{C97D2B78-E92B-450C-9789-F89EA6BC2AFA}" srcOrd="1" destOrd="0" parTransId="{6351A2FD-5837-4E4B-96BC-8D5972A488CB}" sibTransId="{966C7882-9904-434B-AB88-8E9053C8B1C0}"/>
    <dgm:cxn modelId="{F4648474-A020-4E8C-828A-CBCD81BD092A}" srcId="{EA2DEEB9-295F-408D-95AB-2E99B3B32F3B}" destId="{D0F86984-4D31-4D0C-8D69-7568D43EFC53}" srcOrd="2" destOrd="0" parTransId="{FB48626E-03EE-41CC-9830-8013892C94C1}" sibTransId="{D8EA2B4C-655D-4A6E-BDC2-129545131EF5}"/>
    <dgm:cxn modelId="{C55F9975-D8DC-4502-8FF3-90692FB0EE61}" srcId="{808769B5-6200-4D9D-A38D-F55583CF9FD9}" destId="{65D55623-F62B-4879-9787-D1C2970E1B0F}" srcOrd="4" destOrd="0" parTransId="{D584BB04-0789-4B5C-A36A-9EC04A86709F}" sibTransId="{1C9A3C6B-7EFB-4F9E-9E34-DC9AA728A2DF}"/>
    <dgm:cxn modelId="{536A2157-0683-4BD7-990F-10F6DAF202AE}" type="presOf" srcId="{8CE762BB-84CB-4191-B617-F953AFA0D038}" destId="{84FD144C-43AD-4A43-B457-151B72A15FB4}" srcOrd="1" destOrd="0" presId="urn:microsoft.com/office/officeart/2005/8/layout/process1"/>
    <dgm:cxn modelId="{8A14397E-E983-46A5-9AB0-B4DDF902F81B}" srcId="{808769B5-6200-4D9D-A38D-F55583CF9FD9}" destId="{5B9292D8-A7F4-47BD-BAA7-4CC633EF1287}" srcOrd="0" destOrd="0" parTransId="{D327A2CF-BE6C-4C6F-BF7E-BFACCED27A88}" sibTransId="{8031FDBC-64A9-47AE-9930-B12115FC800F}"/>
    <dgm:cxn modelId="{6DB2EC8B-5153-46AF-9034-5339FDDCDA80}" type="presOf" srcId="{A462A801-93B5-44B5-BDEC-509C802A13AF}" destId="{13B5F61B-B49F-40F2-966A-61F251E99A27}" srcOrd="0" destOrd="0" presId="urn:microsoft.com/office/officeart/2005/8/layout/process1"/>
    <dgm:cxn modelId="{DCD3208D-E5D6-425B-87F4-B7EEE886B3C3}" type="presOf" srcId="{54AC06AC-F847-4E5D-9103-98D6C0F593C0}" destId="{01C7D254-DB63-4E89-AFBC-C43F3CC52130}" srcOrd="0" destOrd="0" presId="urn:microsoft.com/office/officeart/2005/8/layout/process1"/>
    <dgm:cxn modelId="{81D37891-AB77-4D29-A168-CA721DDC2C48}" srcId="{EA2DEEB9-295F-408D-95AB-2E99B3B32F3B}" destId="{808769B5-6200-4D9D-A38D-F55583CF9FD9}" srcOrd="5" destOrd="0" parTransId="{53B31B5B-DEFF-447A-8F3D-6EE5623DC400}" sibTransId="{E9D293DA-D293-42FD-A3C8-D85706289953}"/>
    <dgm:cxn modelId="{123D8B91-47EC-4DBE-8D0D-536D7F0393AF}" type="presOf" srcId="{D8EA2B4C-655D-4A6E-BDC2-129545131EF5}" destId="{F3282BEB-5F1A-4A44-9445-862C5EF1684A}" srcOrd="1" destOrd="0" presId="urn:microsoft.com/office/officeart/2005/8/layout/process1"/>
    <dgm:cxn modelId="{2CC5B499-682D-45A9-A7DF-C12366F98401}" srcId="{EA2DEEB9-295F-408D-95AB-2E99B3B32F3B}" destId="{54AC06AC-F847-4E5D-9103-98D6C0F593C0}" srcOrd="3" destOrd="0" parTransId="{5862B39D-4112-4F85-B3B5-C32EFE38BFFD}" sibTransId="{2EB79FD9-4E05-4FA5-8F79-2083656F983D}"/>
    <dgm:cxn modelId="{1B122D9B-9754-4AEF-9BAA-896988DCBF81}" type="presOf" srcId="{9DD37A62-1640-44CD-8512-F184909C1711}" destId="{789858C5-81B0-4E72-99B8-86CEB0FCA2B9}" srcOrd="0" destOrd="0" presId="urn:microsoft.com/office/officeart/2005/8/layout/process1"/>
    <dgm:cxn modelId="{ACDC2FA1-FE5F-48E7-A626-28A41400B6AB}" type="presOf" srcId="{86A32801-39F4-4619-8985-99839343E261}" destId="{2FA8C5BF-E2CE-4C7D-8AF7-8374A0ECDC1D}" srcOrd="0" destOrd="4" presId="urn:microsoft.com/office/officeart/2005/8/layout/process1"/>
    <dgm:cxn modelId="{A38FA1A2-131C-4BCA-96CE-3C58F71DE07A}" type="presOf" srcId="{2EB79FD9-4E05-4FA5-8F79-2083656F983D}" destId="{2B0426D9-C75A-400B-8D7C-FA5BC65CA7BC}" srcOrd="0" destOrd="0" presId="urn:microsoft.com/office/officeart/2005/8/layout/process1"/>
    <dgm:cxn modelId="{16BE53A7-461D-407A-8D0B-98BC7CA215EA}" srcId="{808769B5-6200-4D9D-A38D-F55583CF9FD9}" destId="{93C831D3-FFF7-4DFB-8EA2-D215227CE065}" srcOrd="1" destOrd="0" parTransId="{C063E740-FEF9-41F0-B808-C8E83CE50C63}" sibTransId="{33AFD402-344E-4F2B-9965-FE5D17BCBFC3}"/>
    <dgm:cxn modelId="{4BC9B2AB-03E6-433E-A883-4D4344BE6906}" type="presOf" srcId="{93C831D3-FFF7-4DFB-8EA2-D215227CE065}" destId="{2FA8C5BF-E2CE-4C7D-8AF7-8374A0ECDC1D}" srcOrd="0" destOrd="2" presId="urn:microsoft.com/office/officeart/2005/8/layout/process1"/>
    <dgm:cxn modelId="{D47550B7-271D-48BC-AA3D-2C63C2368A48}" type="presOf" srcId="{6E26110E-64E2-446D-B45A-7AD2644AA0FD}" destId="{E7C66EC3-02F1-4319-8E8E-ECF68498FDBB}" srcOrd="0" destOrd="0" presId="urn:microsoft.com/office/officeart/2005/8/layout/process1"/>
    <dgm:cxn modelId="{433FE1C2-624F-4D7D-B524-B78C2788C8F6}" type="presOf" srcId="{D0F86984-4D31-4D0C-8D69-7568D43EFC53}" destId="{7C63349D-254E-4C4B-8DBC-4B21C63FF6FB}" srcOrd="0" destOrd="0" presId="urn:microsoft.com/office/officeart/2005/8/layout/process1"/>
    <dgm:cxn modelId="{A740F3C5-0F38-4438-A11A-54434C271BBD}" type="presOf" srcId="{2EB79FD9-4E05-4FA5-8F79-2083656F983D}" destId="{E30FB7E9-E9FF-4BB4-8FBB-E94EE60C5F94}" srcOrd="1" destOrd="0" presId="urn:microsoft.com/office/officeart/2005/8/layout/process1"/>
    <dgm:cxn modelId="{460D99C6-4488-43BF-86FB-174DCB1B7DE4}" srcId="{EA2DEEB9-295F-408D-95AB-2E99B3B32F3B}" destId="{6E26110E-64E2-446D-B45A-7AD2644AA0FD}" srcOrd="0" destOrd="0" parTransId="{7AB2D06D-381C-4D0F-A1B9-1E7BDD4C72F8}" sibTransId="{A462A801-93B5-44B5-BDEC-509C802A13AF}"/>
    <dgm:cxn modelId="{A4234AD0-788A-42F6-B6B0-E5A6B36EBD46}" type="presOf" srcId="{C97D2B78-E92B-450C-9789-F89EA6BC2AFA}" destId="{55D23502-B9D8-4E57-9FCC-AEEFB9FBB6CD}" srcOrd="0" destOrd="0" presId="urn:microsoft.com/office/officeart/2005/8/layout/process1"/>
    <dgm:cxn modelId="{E024C4D2-2879-401E-B2EF-FF6ED4B9E836}" srcId="{808769B5-6200-4D9D-A38D-F55583CF9FD9}" destId="{DFB56CDE-09B5-45D1-9064-4F835C4FBE6D}" srcOrd="5" destOrd="0" parTransId="{CF119871-3AFA-4A52-BB7C-7F9DB734515C}" sibTransId="{2B0A7B93-5A58-4065-9B5E-697270B7CB97}"/>
    <dgm:cxn modelId="{9C4FE6D7-4DDC-41E0-9CA3-BA01E851846F}" type="presOf" srcId="{A462A801-93B5-44B5-BDEC-509C802A13AF}" destId="{8FCC928F-013E-4CC1-B9A9-258E330DE08D}" srcOrd="1" destOrd="0" presId="urn:microsoft.com/office/officeart/2005/8/layout/process1"/>
    <dgm:cxn modelId="{D01529E8-5905-4CCD-81B0-B80617486734}" srcId="{808769B5-6200-4D9D-A38D-F55583CF9FD9}" destId="{86A32801-39F4-4619-8985-99839343E261}" srcOrd="3" destOrd="0" parTransId="{8487C3D1-CBBA-4078-BA33-040F4B08D649}" sibTransId="{4EF22233-9676-4A69-A349-644BD426846A}"/>
    <dgm:cxn modelId="{3EB062F0-B5F0-4374-83B3-70201E461B14}" type="presOf" srcId="{D8EA2B4C-655D-4A6E-BDC2-129545131EF5}" destId="{3ACE94FB-6713-470F-A798-8901DDCAB877}" srcOrd="0" destOrd="0" presId="urn:microsoft.com/office/officeart/2005/8/layout/process1"/>
    <dgm:cxn modelId="{B5C660F2-7B17-431B-A73F-25C5B7EAF085}" type="presOf" srcId="{5B9292D8-A7F4-47BD-BAA7-4CC633EF1287}" destId="{2FA8C5BF-E2CE-4C7D-8AF7-8374A0ECDC1D}" srcOrd="0" destOrd="1" presId="urn:microsoft.com/office/officeart/2005/8/layout/process1"/>
    <dgm:cxn modelId="{F2C734FC-8C1B-42B4-A4B3-26001E643738}" type="presParOf" srcId="{65395479-344F-44C8-9F36-3CA6A5B94F23}" destId="{E7C66EC3-02F1-4319-8E8E-ECF68498FDBB}" srcOrd="0" destOrd="0" presId="urn:microsoft.com/office/officeart/2005/8/layout/process1"/>
    <dgm:cxn modelId="{D643C1B0-7CEF-43B6-BF40-3C371E009CB0}" type="presParOf" srcId="{65395479-344F-44C8-9F36-3CA6A5B94F23}" destId="{13B5F61B-B49F-40F2-966A-61F251E99A27}" srcOrd="1" destOrd="0" presId="urn:microsoft.com/office/officeart/2005/8/layout/process1"/>
    <dgm:cxn modelId="{EA4C7B26-02AD-4459-87CC-EB11A7F48904}" type="presParOf" srcId="{13B5F61B-B49F-40F2-966A-61F251E99A27}" destId="{8FCC928F-013E-4CC1-B9A9-258E330DE08D}" srcOrd="0" destOrd="0" presId="urn:microsoft.com/office/officeart/2005/8/layout/process1"/>
    <dgm:cxn modelId="{6833E5B0-987E-45D5-B46B-0D37ABB671F6}" type="presParOf" srcId="{65395479-344F-44C8-9F36-3CA6A5B94F23}" destId="{55D23502-B9D8-4E57-9FCC-AEEFB9FBB6CD}" srcOrd="2" destOrd="0" presId="urn:microsoft.com/office/officeart/2005/8/layout/process1"/>
    <dgm:cxn modelId="{6CDD145B-0785-4B31-9C57-7552B991B710}" type="presParOf" srcId="{65395479-344F-44C8-9F36-3CA6A5B94F23}" destId="{22449297-B434-467F-B936-504726C1BAB7}" srcOrd="3" destOrd="0" presId="urn:microsoft.com/office/officeart/2005/8/layout/process1"/>
    <dgm:cxn modelId="{486D7F85-9744-4820-92BF-A406B6FB515B}" type="presParOf" srcId="{22449297-B434-467F-B936-504726C1BAB7}" destId="{B5A72CBA-DA9C-4CB9-9A81-EC5F5FB93144}" srcOrd="0" destOrd="0" presId="urn:microsoft.com/office/officeart/2005/8/layout/process1"/>
    <dgm:cxn modelId="{DF188B52-8B07-4E90-AFBB-CBDB59D79AA7}" type="presParOf" srcId="{65395479-344F-44C8-9F36-3CA6A5B94F23}" destId="{7C63349D-254E-4C4B-8DBC-4B21C63FF6FB}" srcOrd="4" destOrd="0" presId="urn:microsoft.com/office/officeart/2005/8/layout/process1"/>
    <dgm:cxn modelId="{DD322FEC-760F-49C5-A053-36C90E919E16}" type="presParOf" srcId="{65395479-344F-44C8-9F36-3CA6A5B94F23}" destId="{3ACE94FB-6713-470F-A798-8901DDCAB877}" srcOrd="5" destOrd="0" presId="urn:microsoft.com/office/officeart/2005/8/layout/process1"/>
    <dgm:cxn modelId="{DBE30DB8-AD43-4FE2-9BDC-CE995BBE5C3C}" type="presParOf" srcId="{3ACE94FB-6713-470F-A798-8901DDCAB877}" destId="{F3282BEB-5F1A-4A44-9445-862C5EF1684A}" srcOrd="0" destOrd="0" presId="urn:microsoft.com/office/officeart/2005/8/layout/process1"/>
    <dgm:cxn modelId="{955CBDAA-933A-4574-8D5D-0ACCE0C7B5C0}" type="presParOf" srcId="{65395479-344F-44C8-9F36-3CA6A5B94F23}" destId="{01C7D254-DB63-4E89-AFBC-C43F3CC52130}" srcOrd="6" destOrd="0" presId="urn:microsoft.com/office/officeart/2005/8/layout/process1"/>
    <dgm:cxn modelId="{138CFD01-11F5-4691-A909-0A0E322AD3D9}" type="presParOf" srcId="{65395479-344F-44C8-9F36-3CA6A5B94F23}" destId="{2B0426D9-C75A-400B-8D7C-FA5BC65CA7BC}" srcOrd="7" destOrd="0" presId="urn:microsoft.com/office/officeart/2005/8/layout/process1"/>
    <dgm:cxn modelId="{45B9E68B-DD81-445A-98AC-347272BBFEBC}" type="presParOf" srcId="{2B0426D9-C75A-400B-8D7C-FA5BC65CA7BC}" destId="{E30FB7E9-E9FF-4BB4-8FBB-E94EE60C5F94}" srcOrd="0" destOrd="0" presId="urn:microsoft.com/office/officeart/2005/8/layout/process1"/>
    <dgm:cxn modelId="{92D1CDDC-700C-42F6-85A1-7591A4F42968}" type="presParOf" srcId="{65395479-344F-44C8-9F36-3CA6A5B94F23}" destId="{789858C5-81B0-4E72-99B8-86CEB0FCA2B9}" srcOrd="8" destOrd="0" presId="urn:microsoft.com/office/officeart/2005/8/layout/process1"/>
    <dgm:cxn modelId="{2A8ECB42-454D-43AE-B564-67D50B52D28B}" type="presParOf" srcId="{65395479-344F-44C8-9F36-3CA6A5B94F23}" destId="{76635C55-75C0-453F-89AC-6B1D45B7E914}" srcOrd="9" destOrd="0" presId="urn:microsoft.com/office/officeart/2005/8/layout/process1"/>
    <dgm:cxn modelId="{C6F4AEB2-022A-499C-BD88-DFEC8C0ADB88}" type="presParOf" srcId="{76635C55-75C0-453F-89AC-6B1D45B7E914}" destId="{84FD144C-43AD-4A43-B457-151B72A15FB4}" srcOrd="0" destOrd="0" presId="urn:microsoft.com/office/officeart/2005/8/layout/process1"/>
    <dgm:cxn modelId="{C912F1D1-C672-4724-A649-06F3E813CC49}" type="presParOf" srcId="{65395479-344F-44C8-9F36-3CA6A5B94F23}" destId="{2FA8C5BF-E2CE-4C7D-8AF7-8374A0ECDC1D}"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D6D2ECA-7C6C-4CD5-8E8F-A8891EDA6F3A}" type="doc">
      <dgm:prSet loTypeId="urn:microsoft.com/office/officeart/2005/8/layout/lProcess2" loCatId="list" qsTypeId="urn:microsoft.com/office/officeart/2005/8/quickstyle/3d1" qsCatId="3D" csTypeId="urn:microsoft.com/office/officeart/2005/8/colors/accent1_2" csCatId="accent1"/>
      <dgm:spPr/>
      <dgm:t>
        <a:bodyPr/>
        <a:lstStyle/>
        <a:p>
          <a:endParaRPr lang="en-GB"/>
        </a:p>
      </dgm:t>
    </dgm:pt>
    <dgm:pt modelId="{50ACA3A9-D057-408C-A30C-0FD4C305C3A8}">
      <dgm:prSet/>
      <dgm:spPr/>
      <dgm:t>
        <a:bodyPr/>
        <a:lstStyle/>
        <a:p>
          <a:r>
            <a:rPr lang="nl-NL" b="1" dirty="0">
              <a:solidFill>
                <a:schemeClr val="tx1"/>
              </a:solidFill>
            </a:rPr>
            <a:t>Generieke zoekmachines</a:t>
          </a:r>
          <a:endParaRPr lang="nl-NL" dirty="0">
            <a:solidFill>
              <a:schemeClr val="tx1"/>
            </a:solidFill>
          </a:endParaRPr>
        </a:p>
      </dgm:t>
    </dgm:pt>
    <dgm:pt modelId="{45E8F9C6-D77D-41A7-A96D-59D0DDC62688}" type="parTrans" cxnId="{1AE53143-5357-47D7-8B90-0D59C27696EE}">
      <dgm:prSet/>
      <dgm:spPr/>
      <dgm:t>
        <a:bodyPr/>
        <a:lstStyle/>
        <a:p>
          <a:endParaRPr lang="en-GB"/>
        </a:p>
      </dgm:t>
    </dgm:pt>
    <dgm:pt modelId="{2E9E4AE1-4D50-4015-BC36-1057A1823C06}" type="sibTrans" cxnId="{1AE53143-5357-47D7-8B90-0D59C27696EE}">
      <dgm:prSet/>
      <dgm:spPr/>
      <dgm:t>
        <a:bodyPr/>
        <a:lstStyle/>
        <a:p>
          <a:endParaRPr lang="en-GB"/>
        </a:p>
      </dgm:t>
    </dgm:pt>
    <dgm:pt modelId="{599453FE-C9FE-45E0-BAB4-7AB53FE118D6}">
      <dgm:prSet/>
      <dgm:spPr/>
      <dgm:t>
        <a:bodyPr/>
        <a:lstStyle/>
        <a:p>
          <a:r>
            <a:rPr lang="nl-NL" b="0" u="sng" dirty="0" err="1">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DataCite</a:t>
          </a:r>
          <a:r>
            <a:rPr lang="nl-NL" b="0" u="sng" dirty="0"/>
            <a:t> </a:t>
          </a:r>
          <a:endParaRPr lang="nl-NL" dirty="0"/>
        </a:p>
      </dgm:t>
    </dgm:pt>
    <dgm:pt modelId="{218737BF-9B6D-4F99-AFA3-939188CA9DDE}" type="parTrans" cxnId="{291890BE-CEEE-4E95-983F-DED17CAC5A90}">
      <dgm:prSet/>
      <dgm:spPr/>
      <dgm:t>
        <a:bodyPr/>
        <a:lstStyle/>
        <a:p>
          <a:endParaRPr lang="en-GB"/>
        </a:p>
      </dgm:t>
    </dgm:pt>
    <dgm:pt modelId="{9E6395C2-BAF2-42DA-8899-E1BB93419F46}" type="sibTrans" cxnId="{291890BE-CEEE-4E95-983F-DED17CAC5A90}">
      <dgm:prSet/>
      <dgm:spPr/>
      <dgm:t>
        <a:bodyPr/>
        <a:lstStyle/>
        <a:p>
          <a:endParaRPr lang="en-GB"/>
        </a:p>
      </dgm:t>
    </dgm:pt>
    <dgm:pt modelId="{3FBB8720-A713-4C2E-9B62-DE83FD0104F0}">
      <dgm:prSet/>
      <dgm:spPr/>
      <dgm:t>
        <a:bodyPr/>
        <a:lstStyle/>
        <a:p>
          <a:r>
            <a:rPr lang="nl-NL" b="0" u="sng"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Dataset Search</a:t>
          </a:r>
          <a:endParaRPr lang="nl-NL" dirty="0">
            <a:solidFill>
              <a:schemeClr val="bg1"/>
            </a:solidFill>
          </a:endParaRPr>
        </a:p>
      </dgm:t>
    </dgm:pt>
    <dgm:pt modelId="{426ACE94-3877-45C6-A58A-34EECE24C844}" type="parTrans" cxnId="{308F7DC7-8CB7-4B8D-A1F4-96FFAC29CDBC}">
      <dgm:prSet/>
      <dgm:spPr/>
      <dgm:t>
        <a:bodyPr/>
        <a:lstStyle/>
        <a:p>
          <a:endParaRPr lang="en-GB"/>
        </a:p>
      </dgm:t>
    </dgm:pt>
    <dgm:pt modelId="{BF883C03-343F-4C3A-ABBF-925FB6C9B9AF}" type="sibTrans" cxnId="{308F7DC7-8CB7-4B8D-A1F4-96FFAC29CDBC}">
      <dgm:prSet/>
      <dgm:spPr/>
      <dgm:t>
        <a:bodyPr/>
        <a:lstStyle/>
        <a:p>
          <a:endParaRPr lang="en-GB"/>
        </a:p>
      </dgm:t>
    </dgm:pt>
    <dgm:pt modelId="{2489CE51-5D20-4E0C-8D86-09367343D8FE}">
      <dgm:prSet/>
      <dgm:spPr/>
      <dgm:t>
        <a:bodyPr/>
        <a:lstStyle/>
        <a:p>
          <a:r>
            <a:rPr lang="nl-NL" b="1"/>
            <a:t>Vakspecifieke zoekmachines (sociale wetenschappen)</a:t>
          </a:r>
          <a:endParaRPr lang="nl-NL"/>
        </a:p>
      </dgm:t>
    </dgm:pt>
    <dgm:pt modelId="{AEB5E2E6-E5B7-40D7-AEFC-DE4A39B3B35C}" type="parTrans" cxnId="{EFB8C7F3-8BF4-4F3A-BFEF-8AAF2B030E16}">
      <dgm:prSet/>
      <dgm:spPr/>
      <dgm:t>
        <a:bodyPr/>
        <a:lstStyle/>
        <a:p>
          <a:endParaRPr lang="en-GB"/>
        </a:p>
      </dgm:t>
    </dgm:pt>
    <dgm:pt modelId="{B514573F-5F26-405F-9F7D-80A12EC59B28}" type="sibTrans" cxnId="{EFB8C7F3-8BF4-4F3A-BFEF-8AAF2B030E16}">
      <dgm:prSet/>
      <dgm:spPr/>
      <dgm:t>
        <a:bodyPr/>
        <a:lstStyle/>
        <a:p>
          <a:endParaRPr lang="en-GB"/>
        </a:p>
      </dgm:t>
    </dgm:pt>
    <dgm:pt modelId="{9B5F597F-35E9-435A-B059-E515D38480C0}">
      <dgm:prSet/>
      <dgm:spPr/>
      <dgm:t>
        <a:bodyPr/>
        <a:lstStyle/>
        <a:p>
          <a:r>
            <a:rPr lang="nl-NL" b="0" u="sng"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Portal </a:t>
          </a:r>
          <a:r>
            <a:rPr lang="nl-NL" b="0" u="sng" dirty="0" err="1">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Odissei</a:t>
          </a:r>
          <a:endParaRPr lang="nl-NL" dirty="0">
            <a:solidFill>
              <a:schemeClr val="bg1"/>
            </a:solidFill>
          </a:endParaRPr>
        </a:p>
      </dgm:t>
    </dgm:pt>
    <dgm:pt modelId="{1D8DED62-F061-48A7-BC7A-46A8733D5678}" type="parTrans" cxnId="{F822807B-9454-4FE2-A88F-F727446D743B}">
      <dgm:prSet/>
      <dgm:spPr/>
      <dgm:t>
        <a:bodyPr/>
        <a:lstStyle/>
        <a:p>
          <a:endParaRPr lang="en-GB"/>
        </a:p>
      </dgm:t>
    </dgm:pt>
    <dgm:pt modelId="{359404E3-857D-4ACA-AA46-92EFB08D2F21}" type="sibTrans" cxnId="{F822807B-9454-4FE2-A88F-F727446D743B}">
      <dgm:prSet/>
      <dgm:spPr/>
      <dgm:t>
        <a:bodyPr/>
        <a:lstStyle/>
        <a:p>
          <a:endParaRPr lang="en-GB"/>
        </a:p>
      </dgm:t>
    </dgm:pt>
    <dgm:pt modelId="{92E87E26-49C0-4AE9-BD84-F148A5B9DD6E}">
      <dgm:prSet/>
      <dgm:spPr/>
      <dgm:t>
        <a:bodyPr/>
        <a:lstStyle/>
        <a:p>
          <a:r>
            <a:rPr lang="nl-NL" b="0" u="sng"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CESSDA</a:t>
          </a:r>
          <a:endParaRPr lang="nl-NL" dirty="0">
            <a:solidFill>
              <a:schemeClr val="bg1"/>
            </a:solidFill>
          </a:endParaRPr>
        </a:p>
      </dgm:t>
    </dgm:pt>
    <dgm:pt modelId="{ACC4BF66-A981-458E-98FD-679561F94249}" type="parTrans" cxnId="{A1A895D2-1D51-4248-8252-F1065E108B2B}">
      <dgm:prSet/>
      <dgm:spPr/>
      <dgm:t>
        <a:bodyPr/>
        <a:lstStyle/>
        <a:p>
          <a:endParaRPr lang="en-GB"/>
        </a:p>
      </dgm:t>
    </dgm:pt>
    <dgm:pt modelId="{BCCFCA10-7D28-413A-80ED-FF52B9C0A3BA}" type="sibTrans" cxnId="{A1A895D2-1D51-4248-8252-F1065E108B2B}">
      <dgm:prSet/>
      <dgm:spPr/>
      <dgm:t>
        <a:bodyPr/>
        <a:lstStyle/>
        <a:p>
          <a:endParaRPr lang="en-GB"/>
        </a:p>
      </dgm:t>
    </dgm:pt>
    <dgm:pt modelId="{9EA72E55-A9A4-4D72-AF36-56F444F371AA}" type="pres">
      <dgm:prSet presAssocID="{BD6D2ECA-7C6C-4CD5-8E8F-A8891EDA6F3A}" presName="theList" presStyleCnt="0">
        <dgm:presLayoutVars>
          <dgm:dir/>
          <dgm:animLvl val="lvl"/>
          <dgm:resizeHandles val="exact"/>
        </dgm:presLayoutVars>
      </dgm:prSet>
      <dgm:spPr/>
    </dgm:pt>
    <dgm:pt modelId="{C87D985A-45EA-4E8E-B74B-C62858FE501C}" type="pres">
      <dgm:prSet presAssocID="{50ACA3A9-D057-408C-A30C-0FD4C305C3A8}" presName="compNode" presStyleCnt="0"/>
      <dgm:spPr/>
    </dgm:pt>
    <dgm:pt modelId="{34A7768D-6AD0-454F-9100-F2480F0D89C3}" type="pres">
      <dgm:prSet presAssocID="{50ACA3A9-D057-408C-A30C-0FD4C305C3A8}" presName="aNode" presStyleLbl="bgShp" presStyleIdx="0" presStyleCnt="2"/>
      <dgm:spPr/>
    </dgm:pt>
    <dgm:pt modelId="{9BECCB1E-E251-4F3C-BC9D-B4A4E65BDEE1}" type="pres">
      <dgm:prSet presAssocID="{50ACA3A9-D057-408C-A30C-0FD4C305C3A8}" presName="textNode" presStyleLbl="bgShp" presStyleIdx="0" presStyleCnt="2"/>
      <dgm:spPr/>
    </dgm:pt>
    <dgm:pt modelId="{353136FB-9A2B-423E-8CA8-A54A092939F7}" type="pres">
      <dgm:prSet presAssocID="{50ACA3A9-D057-408C-A30C-0FD4C305C3A8}" presName="compChildNode" presStyleCnt="0"/>
      <dgm:spPr/>
    </dgm:pt>
    <dgm:pt modelId="{FA00AE8C-90C3-4915-9E01-7BB5CF40D5B7}" type="pres">
      <dgm:prSet presAssocID="{50ACA3A9-D057-408C-A30C-0FD4C305C3A8}" presName="theInnerList" presStyleCnt="0"/>
      <dgm:spPr/>
    </dgm:pt>
    <dgm:pt modelId="{B7B4BC48-FBE1-4903-B769-3D158881B0ED}" type="pres">
      <dgm:prSet presAssocID="{599453FE-C9FE-45E0-BAB4-7AB53FE118D6}" presName="childNode" presStyleLbl="node1" presStyleIdx="0" presStyleCnt="4">
        <dgm:presLayoutVars>
          <dgm:bulletEnabled val="1"/>
        </dgm:presLayoutVars>
      </dgm:prSet>
      <dgm:spPr/>
    </dgm:pt>
    <dgm:pt modelId="{1C164DD5-4C30-4398-B11F-7E13102D0716}" type="pres">
      <dgm:prSet presAssocID="{599453FE-C9FE-45E0-BAB4-7AB53FE118D6}" presName="aSpace2" presStyleCnt="0"/>
      <dgm:spPr/>
    </dgm:pt>
    <dgm:pt modelId="{D2639F14-8895-447B-BBE4-48E52C3E3F35}" type="pres">
      <dgm:prSet presAssocID="{3FBB8720-A713-4C2E-9B62-DE83FD0104F0}" presName="childNode" presStyleLbl="node1" presStyleIdx="1" presStyleCnt="4">
        <dgm:presLayoutVars>
          <dgm:bulletEnabled val="1"/>
        </dgm:presLayoutVars>
      </dgm:prSet>
      <dgm:spPr/>
    </dgm:pt>
    <dgm:pt modelId="{2DE82009-5E01-4F32-9A76-42E5E9DCDB41}" type="pres">
      <dgm:prSet presAssocID="{50ACA3A9-D057-408C-A30C-0FD4C305C3A8}" presName="aSpace" presStyleCnt="0"/>
      <dgm:spPr/>
    </dgm:pt>
    <dgm:pt modelId="{64F7D341-471F-491C-90D0-04EA8B1950CD}" type="pres">
      <dgm:prSet presAssocID="{2489CE51-5D20-4E0C-8D86-09367343D8FE}" presName="compNode" presStyleCnt="0"/>
      <dgm:spPr/>
    </dgm:pt>
    <dgm:pt modelId="{5F307A60-FDAA-4AC0-B4C1-366FAAF12954}" type="pres">
      <dgm:prSet presAssocID="{2489CE51-5D20-4E0C-8D86-09367343D8FE}" presName="aNode" presStyleLbl="bgShp" presStyleIdx="1" presStyleCnt="2"/>
      <dgm:spPr/>
    </dgm:pt>
    <dgm:pt modelId="{A955BC5F-DA79-488E-B3EE-9B9B74BF75B0}" type="pres">
      <dgm:prSet presAssocID="{2489CE51-5D20-4E0C-8D86-09367343D8FE}" presName="textNode" presStyleLbl="bgShp" presStyleIdx="1" presStyleCnt="2"/>
      <dgm:spPr/>
    </dgm:pt>
    <dgm:pt modelId="{09901982-E2E6-4BCC-A877-2DAE9ADD0280}" type="pres">
      <dgm:prSet presAssocID="{2489CE51-5D20-4E0C-8D86-09367343D8FE}" presName="compChildNode" presStyleCnt="0"/>
      <dgm:spPr/>
    </dgm:pt>
    <dgm:pt modelId="{0858DB9A-9858-42F3-A1C5-4EDBD3DDE4A7}" type="pres">
      <dgm:prSet presAssocID="{2489CE51-5D20-4E0C-8D86-09367343D8FE}" presName="theInnerList" presStyleCnt="0"/>
      <dgm:spPr/>
    </dgm:pt>
    <dgm:pt modelId="{95D1A35C-07A5-4133-84C0-BA5CE3BE737A}" type="pres">
      <dgm:prSet presAssocID="{9B5F597F-35E9-435A-B059-E515D38480C0}" presName="childNode" presStyleLbl="node1" presStyleIdx="2" presStyleCnt="4">
        <dgm:presLayoutVars>
          <dgm:bulletEnabled val="1"/>
        </dgm:presLayoutVars>
      </dgm:prSet>
      <dgm:spPr/>
    </dgm:pt>
    <dgm:pt modelId="{8223DBD8-6706-4A1D-A935-3ED634A38E41}" type="pres">
      <dgm:prSet presAssocID="{9B5F597F-35E9-435A-B059-E515D38480C0}" presName="aSpace2" presStyleCnt="0"/>
      <dgm:spPr/>
    </dgm:pt>
    <dgm:pt modelId="{C8B37503-D0D7-414A-ABEC-1409B0E3A65C}" type="pres">
      <dgm:prSet presAssocID="{92E87E26-49C0-4AE9-BD84-F148A5B9DD6E}" presName="childNode" presStyleLbl="node1" presStyleIdx="3" presStyleCnt="4">
        <dgm:presLayoutVars>
          <dgm:bulletEnabled val="1"/>
        </dgm:presLayoutVars>
      </dgm:prSet>
      <dgm:spPr/>
    </dgm:pt>
  </dgm:ptLst>
  <dgm:cxnLst>
    <dgm:cxn modelId="{8F61AF06-AD02-4B72-AD07-C1B650CDAF3D}" type="presOf" srcId="{2489CE51-5D20-4E0C-8D86-09367343D8FE}" destId="{5F307A60-FDAA-4AC0-B4C1-366FAAF12954}" srcOrd="0" destOrd="0" presId="urn:microsoft.com/office/officeart/2005/8/layout/lProcess2"/>
    <dgm:cxn modelId="{1870EF0B-BAD2-41F7-825C-DE4B1D6E4EF0}" type="presOf" srcId="{9B5F597F-35E9-435A-B059-E515D38480C0}" destId="{95D1A35C-07A5-4133-84C0-BA5CE3BE737A}" srcOrd="0" destOrd="0" presId="urn:microsoft.com/office/officeart/2005/8/layout/lProcess2"/>
    <dgm:cxn modelId="{64EFB632-AB8A-4BD9-9269-949EB7482C40}" type="presOf" srcId="{BD6D2ECA-7C6C-4CD5-8E8F-A8891EDA6F3A}" destId="{9EA72E55-A9A4-4D72-AF36-56F444F371AA}" srcOrd="0" destOrd="0" presId="urn:microsoft.com/office/officeart/2005/8/layout/lProcess2"/>
    <dgm:cxn modelId="{1AE53143-5357-47D7-8B90-0D59C27696EE}" srcId="{BD6D2ECA-7C6C-4CD5-8E8F-A8891EDA6F3A}" destId="{50ACA3A9-D057-408C-A30C-0FD4C305C3A8}" srcOrd="0" destOrd="0" parTransId="{45E8F9C6-D77D-41A7-A96D-59D0DDC62688}" sibTransId="{2E9E4AE1-4D50-4015-BC36-1057A1823C06}"/>
    <dgm:cxn modelId="{BB19476F-B60A-4E0A-8135-155D1E7558EE}" type="presOf" srcId="{50ACA3A9-D057-408C-A30C-0FD4C305C3A8}" destId="{34A7768D-6AD0-454F-9100-F2480F0D89C3}" srcOrd="0" destOrd="0" presId="urn:microsoft.com/office/officeart/2005/8/layout/lProcess2"/>
    <dgm:cxn modelId="{F822807B-9454-4FE2-A88F-F727446D743B}" srcId="{2489CE51-5D20-4E0C-8D86-09367343D8FE}" destId="{9B5F597F-35E9-435A-B059-E515D38480C0}" srcOrd="0" destOrd="0" parTransId="{1D8DED62-F061-48A7-BC7A-46A8733D5678}" sibTransId="{359404E3-857D-4ACA-AA46-92EFB08D2F21}"/>
    <dgm:cxn modelId="{8866729D-FC0B-45F2-82B3-47819358AD6C}" type="presOf" srcId="{599453FE-C9FE-45E0-BAB4-7AB53FE118D6}" destId="{B7B4BC48-FBE1-4903-B769-3D158881B0ED}" srcOrd="0" destOrd="0" presId="urn:microsoft.com/office/officeart/2005/8/layout/lProcess2"/>
    <dgm:cxn modelId="{50A994A5-573D-4423-A9B4-64EE51D082F2}" type="presOf" srcId="{92E87E26-49C0-4AE9-BD84-F148A5B9DD6E}" destId="{C8B37503-D0D7-414A-ABEC-1409B0E3A65C}" srcOrd="0" destOrd="0" presId="urn:microsoft.com/office/officeart/2005/8/layout/lProcess2"/>
    <dgm:cxn modelId="{EEC967BC-4401-4DE0-8488-D1104414E867}" type="presOf" srcId="{50ACA3A9-D057-408C-A30C-0FD4C305C3A8}" destId="{9BECCB1E-E251-4F3C-BC9D-B4A4E65BDEE1}" srcOrd="1" destOrd="0" presId="urn:microsoft.com/office/officeart/2005/8/layout/lProcess2"/>
    <dgm:cxn modelId="{291890BE-CEEE-4E95-983F-DED17CAC5A90}" srcId="{50ACA3A9-D057-408C-A30C-0FD4C305C3A8}" destId="{599453FE-C9FE-45E0-BAB4-7AB53FE118D6}" srcOrd="0" destOrd="0" parTransId="{218737BF-9B6D-4F99-AFA3-939188CA9DDE}" sibTransId="{9E6395C2-BAF2-42DA-8899-E1BB93419F46}"/>
    <dgm:cxn modelId="{308F7DC7-8CB7-4B8D-A1F4-96FFAC29CDBC}" srcId="{50ACA3A9-D057-408C-A30C-0FD4C305C3A8}" destId="{3FBB8720-A713-4C2E-9B62-DE83FD0104F0}" srcOrd="1" destOrd="0" parTransId="{426ACE94-3877-45C6-A58A-34EECE24C844}" sibTransId="{BF883C03-343F-4C3A-ABBF-925FB6C9B9AF}"/>
    <dgm:cxn modelId="{A1A895D2-1D51-4248-8252-F1065E108B2B}" srcId="{2489CE51-5D20-4E0C-8D86-09367343D8FE}" destId="{92E87E26-49C0-4AE9-BD84-F148A5B9DD6E}" srcOrd="1" destOrd="0" parTransId="{ACC4BF66-A981-458E-98FD-679561F94249}" sibTransId="{BCCFCA10-7D28-413A-80ED-FF52B9C0A3BA}"/>
    <dgm:cxn modelId="{5006EDDF-58E2-4082-9078-50614330E710}" type="presOf" srcId="{2489CE51-5D20-4E0C-8D86-09367343D8FE}" destId="{A955BC5F-DA79-488E-B3EE-9B9B74BF75B0}" srcOrd="1" destOrd="0" presId="urn:microsoft.com/office/officeart/2005/8/layout/lProcess2"/>
    <dgm:cxn modelId="{EFB8C7F3-8BF4-4F3A-BFEF-8AAF2B030E16}" srcId="{BD6D2ECA-7C6C-4CD5-8E8F-A8891EDA6F3A}" destId="{2489CE51-5D20-4E0C-8D86-09367343D8FE}" srcOrd="1" destOrd="0" parTransId="{AEB5E2E6-E5B7-40D7-AEFC-DE4A39B3B35C}" sibTransId="{B514573F-5F26-405F-9F7D-80A12EC59B28}"/>
    <dgm:cxn modelId="{81E271F6-350D-48EF-883A-FA57D0919BC2}" type="presOf" srcId="{3FBB8720-A713-4C2E-9B62-DE83FD0104F0}" destId="{D2639F14-8895-447B-BBE4-48E52C3E3F35}" srcOrd="0" destOrd="0" presId="urn:microsoft.com/office/officeart/2005/8/layout/lProcess2"/>
    <dgm:cxn modelId="{B74BDB93-0A37-4499-A4F7-08A8C35E7837}" type="presParOf" srcId="{9EA72E55-A9A4-4D72-AF36-56F444F371AA}" destId="{C87D985A-45EA-4E8E-B74B-C62858FE501C}" srcOrd="0" destOrd="0" presId="urn:microsoft.com/office/officeart/2005/8/layout/lProcess2"/>
    <dgm:cxn modelId="{2A89C1F1-C69D-4A8D-9F01-0F0CDD5471FC}" type="presParOf" srcId="{C87D985A-45EA-4E8E-B74B-C62858FE501C}" destId="{34A7768D-6AD0-454F-9100-F2480F0D89C3}" srcOrd="0" destOrd="0" presId="urn:microsoft.com/office/officeart/2005/8/layout/lProcess2"/>
    <dgm:cxn modelId="{3EA4A94B-0ED0-4E6C-B8E4-0C466F422892}" type="presParOf" srcId="{C87D985A-45EA-4E8E-B74B-C62858FE501C}" destId="{9BECCB1E-E251-4F3C-BC9D-B4A4E65BDEE1}" srcOrd="1" destOrd="0" presId="urn:microsoft.com/office/officeart/2005/8/layout/lProcess2"/>
    <dgm:cxn modelId="{5C84EE01-87BB-4094-9294-0ECAE78933FA}" type="presParOf" srcId="{C87D985A-45EA-4E8E-B74B-C62858FE501C}" destId="{353136FB-9A2B-423E-8CA8-A54A092939F7}" srcOrd="2" destOrd="0" presId="urn:microsoft.com/office/officeart/2005/8/layout/lProcess2"/>
    <dgm:cxn modelId="{FD688533-3EE4-49ED-A41B-4FBF7312AE9C}" type="presParOf" srcId="{353136FB-9A2B-423E-8CA8-A54A092939F7}" destId="{FA00AE8C-90C3-4915-9E01-7BB5CF40D5B7}" srcOrd="0" destOrd="0" presId="urn:microsoft.com/office/officeart/2005/8/layout/lProcess2"/>
    <dgm:cxn modelId="{14D25B9F-00C5-4DB9-8A66-AF36AE852733}" type="presParOf" srcId="{FA00AE8C-90C3-4915-9E01-7BB5CF40D5B7}" destId="{B7B4BC48-FBE1-4903-B769-3D158881B0ED}" srcOrd="0" destOrd="0" presId="urn:microsoft.com/office/officeart/2005/8/layout/lProcess2"/>
    <dgm:cxn modelId="{139FE339-C154-40B3-8055-183B12CFD528}" type="presParOf" srcId="{FA00AE8C-90C3-4915-9E01-7BB5CF40D5B7}" destId="{1C164DD5-4C30-4398-B11F-7E13102D0716}" srcOrd="1" destOrd="0" presId="urn:microsoft.com/office/officeart/2005/8/layout/lProcess2"/>
    <dgm:cxn modelId="{8E0E22EB-F28B-438E-9ACA-1E3986721139}" type="presParOf" srcId="{FA00AE8C-90C3-4915-9E01-7BB5CF40D5B7}" destId="{D2639F14-8895-447B-BBE4-48E52C3E3F35}" srcOrd="2" destOrd="0" presId="urn:microsoft.com/office/officeart/2005/8/layout/lProcess2"/>
    <dgm:cxn modelId="{65E5E0F8-F27A-4827-A2C3-509431F6DB67}" type="presParOf" srcId="{9EA72E55-A9A4-4D72-AF36-56F444F371AA}" destId="{2DE82009-5E01-4F32-9A76-42E5E9DCDB41}" srcOrd="1" destOrd="0" presId="urn:microsoft.com/office/officeart/2005/8/layout/lProcess2"/>
    <dgm:cxn modelId="{004F5643-A373-47B3-A054-4F783BF13213}" type="presParOf" srcId="{9EA72E55-A9A4-4D72-AF36-56F444F371AA}" destId="{64F7D341-471F-491C-90D0-04EA8B1950CD}" srcOrd="2" destOrd="0" presId="urn:microsoft.com/office/officeart/2005/8/layout/lProcess2"/>
    <dgm:cxn modelId="{A0C5B2B4-2793-4DC9-9C14-A7A0108271AB}" type="presParOf" srcId="{64F7D341-471F-491C-90D0-04EA8B1950CD}" destId="{5F307A60-FDAA-4AC0-B4C1-366FAAF12954}" srcOrd="0" destOrd="0" presId="urn:microsoft.com/office/officeart/2005/8/layout/lProcess2"/>
    <dgm:cxn modelId="{532D300E-D256-4993-87FD-CA61C186B528}" type="presParOf" srcId="{64F7D341-471F-491C-90D0-04EA8B1950CD}" destId="{A955BC5F-DA79-488E-B3EE-9B9B74BF75B0}" srcOrd="1" destOrd="0" presId="urn:microsoft.com/office/officeart/2005/8/layout/lProcess2"/>
    <dgm:cxn modelId="{A778036A-5640-4EFF-BF83-11D9A3AE34D7}" type="presParOf" srcId="{64F7D341-471F-491C-90D0-04EA8B1950CD}" destId="{09901982-E2E6-4BCC-A877-2DAE9ADD0280}" srcOrd="2" destOrd="0" presId="urn:microsoft.com/office/officeart/2005/8/layout/lProcess2"/>
    <dgm:cxn modelId="{F0C61FF5-CC07-4D83-9615-23BA2DE84333}" type="presParOf" srcId="{09901982-E2E6-4BCC-A877-2DAE9ADD0280}" destId="{0858DB9A-9858-42F3-A1C5-4EDBD3DDE4A7}" srcOrd="0" destOrd="0" presId="urn:microsoft.com/office/officeart/2005/8/layout/lProcess2"/>
    <dgm:cxn modelId="{5DED087C-5589-4AF5-BBD7-99BDFB60B8AB}" type="presParOf" srcId="{0858DB9A-9858-42F3-A1C5-4EDBD3DDE4A7}" destId="{95D1A35C-07A5-4133-84C0-BA5CE3BE737A}" srcOrd="0" destOrd="0" presId="urn:microsoft.com/office/officeart/2005/8/layout/lProcess2"/>
    <dgm:cxn modelId="{34A9046B-629D-42DD-B5AB-73B5E6937C61}" type="presParOf" srcId="{0858DB9A-9858-42F3-A1C5-4EDBD3DDE4A7}" destId="{8223DBD8-6706-4A1D-A935-3ED634A38E41}" srcOrd="1" destOrd="0" presId="urn:microsoft.com/office/officeart/2005/8/layout/lProcess2"/>
    <dgm:cxn modelId="{A2B20FF7-4ABD-4989-A5AB-854D71234E36}" type="presParOf" srcId="{0858DB9A-9858-42F3-A1C5-4EDBD3DDE4A7}" destId="{C8B37503-D0D7-414A-ABEC-1409B0E3A65C}"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DE428BE-1C52-4FE7-926C-AEB47048CB20}" type="doc">
      <dgm:prSet loTypeId="urn:microsoft.com/office/officeart/2005/8/layout/vList5" loCatId="list" qsTypeId="urn:microsoft.com/office/officeart/2005/8/quickstyle/3d1" qsCatId="3D" csTypeId="urn:microsoft.com/office/officeart/2005/8/colors/accent1_2" csCatId="accent1"/>
      <dgm:spPr/>
      <dgm:t>
        <a:bodyPr/>
        <a:lstStyle/>
        <a:p>
          <a:endParaRPr lang="en-GB"/>
        </a:p>
      </dgm:t>
    </dgm:pt>
    <dgm:pt modelId="{06B3E3C9-B141-415F-8338-93E31717D202}">
      <dgm:prSet/>
      <dgm:spPr/>
      <dgm:t>
        <a:bodyPr/>
        <a:lstStyle/>
        <a:p>
          <a:r>
            <a:rPr lang="nl-NL" b="1"/>
            <a:t>Nederlandse data repositories</a:t>
          </a:r>
          <a:endParaRPr lang="nl-NL"/>
        </a:p>
      </dgm:t>
    </dgm:pt>
    <dgm:pt modelId="{6D945DD7-5FA5-47A4-A5AC-975528EC0CFA}" type="parTrans" cxnId="{B55038FC-E04F-4125-A67B-3A2B335B49C1}">
      <dgm:prSet/>
      <dgm:spPr/>
      <dgm:t>
        <a:bodyPr/>
        <a:lstStyle/>
        <a:p>
          <a:endParaRPr lang="en-GB"/>
        </a:p>
      </dgm:t>
    </dgm:pt>
    <dgm:pt modelId="{088B6A4A-D4DE-4A0F-8BD8-FA34D6BFF880}" type="sibTrans" cxnId="{B55038FC-E04F-4125-A67B-3A2B335B49C1}">
      <dgm:prSet/>
      <dgm:spPr/>
      <dgm:t>
        <a:bodyPr/>
        <a:lstStyle/>
        <a:p>
          <a:endParaRPr lang="en-GB"/>
        </a:p>
      </dgm:t>
    </dgm:pt>
    <dgm:pt modelId="{1F51E582-5A48-48CE-98F1-F456003DC5A2}">
      <dgm:prSet/>
      <dgm:spPr/>
      <dgm:t>
        <a:bodyPr/>
        <a:lstStyle/>
        <a:p>
          <a:r>
            <a:rPr lang="nl-NL" b="0" u="sng">
              <a:hlinkClick xmlns:r="http://schemas.openxmlformats.org/officeDocument/2006/relationships" r:id="" action="ppaction://noaction"/>
            </a:rPr>
            <a:t>Dans Data Stations</a:t>
          </a:r>
          <a:endParaRPr lang="nl-NL"/>
        </a:p>
      </dgm:t>
    </dgm:pt>
    <dgm:pt modelId="{9FA64024-5C10-4DDC-904D-6D2FF8FC3F04}" type="parTrans" cxnId="{9F3A1C9B-9BF0-4C70-8811-0A71E6BEA114}">
      <dgm:prSet/>
      <dgm:spPr/>
      <dgm:t>
        <a:bodyPr/>
        <a:lstStyle/>
        <a:p>
          <a:endParaRPr lang="en-GB"/>
        </a:p>
      </dgm:t>
    </dgm:pt>
    <dgm:pt modelId="{4113139A-3C77-4538-BA91-3021BC581FE7}" type="sibTrans" cxnId="{9F3A1C9B-9BF0-4C70-8811-0A71E6BEA114}">
      <dgm:prSet/>
      <dgm:spPr/>
      <dgm:t>
        <a:bodyPr/>
        <a:lstStyle/>
        <a:p>
          <a:endParaRPr lang="en-GB"/>
        </a:p>
      </dgm:t>
    </dgm:pt>
    <dgm:pt modelId="{46CCEED4-7794-485F-B1C8-DD49B67A064A}">
      <dgm:prSet/>
      <dgm:spPr/>
      <dgm:t>
        <a:bodyPr/>
        <a:lstStyle/>
        <a:p>
          <a:r>
            <a:rPr lang="nl-NL" b="0" u="sng"/>
            <a:t>Dataverse.nl</a:t>
          </a:r>
          <a:endParaRPr lang="nl-NL"/>
        </a:p>
      </dgm:t>
    </dgm:pt>
    <dgm:pt modelId="{A82026AB-ED63-4739-9799-F4DEA559B5D6}" type="parTrans" cxnId="{CCFB80DF-7557-476E-9632-5DF2E44A70C6}">
      <dgm:prSet/>
      <dgm:spPr/>
      <dgm:t>
        <a:bodyPr/>
        <a:lstStyle/>
        <a:p>
          <a:endParaRPr lang="en-GB"/>
        </a:p>
      </dgm:t>
    </dgm:pt>
    <dgm:pt modelId="{819F1A91-5924-46E6-A030-519838B2D7C0}" type="sibTrans" cxnId="{CCFB80DF-7557-476E-9632-5DF2E44A70C6}">
      <dgm:prSet/>
      <dgm:spPr/>
      <dgm:t>
        <a:bodyPr/>
        <a:lstStyle/>
        <a:p>
          <a:endParaRPr lang="en-GB"/>
        </a:p>
      </dgm:t>
    </dgm:pt>
    <dgm:pt modelId="{EE2C9980-DDE5-4600-8B32-E548B7481D1F}">
      <dgm:prSet/>
      <dgm:spPr/>
      <dgm:t>
        <a:bodyPr/>
        <a:lstStyle/>
        <a:p>
          <a:r>
            <a:rPr lang="nl-NL" b="0" u="sng">
              <a:hlinkClick xmlns:r="http://schemas.openxmlformats.org/officeDocument/2006/relationships" r:id="" action="ppaction://noaction"/>
            </a:rPr>
            <a:t>4TU.Research Data</a:t>
          </a:r>
          <a:endParaRPr lang="nl-NL"/>
        </a:p>
      </dgm:t>
    </dgm:pt>
    <dgm:pt modelId="{4FFFB03B-85D6-48C6-945E-2BAEFB95FDE5}" type="parTrans" cxnId="{114479D7-BD99-4CB2-AA9E-EFBBA6B74A9A}">
      <dgm:prSet/>
      <dgm:spPr/>
      <dgm:t>
        <a:bodyPr/>
        <a:lstStyle/>
        <a:p>
          <a:endParaRPr lang="en-GB"/>
        </a:p>
      </dgm:t>
    </dgm:pt>
    <dgm:pt modelId="{1DC6CCE9-DABC-4A96-8396-CD7081D1F831}" type="sibTrans" cxnId="{114479D7-BD99-4CB2-AA9E-EFBBA6B74A9A}">
      <dgm:prSet/>
      <dgm:spPr/>
      <dgm:t>
        <a:bodyPr/>
        <a:lstStyle/>
        <a:p>
          <a:endParaRPr lang="en-GB"/>
        </a:p>
      </dgm:t>
    </dgm:pt>
    <dgm:pt modelId="{9144F617-400D-4251-9A8F-2F5BFC6ACFC3}">
      <dgm:prSet/>
      <dgm:spPr/>
      <dgm:t>
        <a:bodyPr/>
        <a:lstStyle/>
        <a:p>
          <a:r>
            <a:rPr lang="nl-NL" b="1"/>
            <a:t>Internationale data repositories</a:t>
          </a:r>
          <a:endParaRPr lang="nl-NL"/>
        </a:p>
      </dgm:t>
    </dgm:pt>
    <dgm:pt modelId="{33D60EEB-172B-4544-8DCA-7280B73BD1C4}" type="parTrans" cxnId="{3E2714B0-75E4-4179-A131-C2B4742140CA}">
      <dgm:prSet/>
      <dgm:spPr/>
      <dgm:t>
        <a:bodyPr/>
        <a:lstStyle/>
        <a:p>
          <a:endParaRPr lang="en-GB"/>
        </a:p>
      </dgm:t>
    </dgm:pt>
    <dgm:pt modelId="{A08A4803-7279-4D1D-8A2E-1AB317E9A31D}" type="sibTrans" cxnId="{3E2714B0-75E4-4179-A131-C2B4742140CA}">
      <dgm:prSet/>
      <dgm:spPr/>
      <dgm:t>
        <a:bodyPr/>
        <a:lstStyle/>
        <a:p>
          <a:endParaRPr lang="en-GB"/>
        </a:p>
      </dgm:t>
    </dgm:pt>
    <dgm:pt modelId="{0AB1C8E6-019B-4DC5-BE8B-DA25FCFEE468}">
      <dgm:prSet/>
      <dgm:spPr/>
      <dgm:t>
        <a:bodyPr/>
        <a:lstStyle/>
        <a:p>
          <a:r>
            <a:rPr lang="nl-NL" b="0" u="sng">
              <a:hlinkClick xmlns:r="http://schemas.openxmlformats.org/officeDocument/2006/relationships" r:id="" action="ppaction://noaction"/>
            </a:rPr>
            <a:t>Dryad</a:t>
          </a:r>
          <a:endParaRPr lang="nl-NL"/>
        </a:p>
      </dgm:t>
    </dgm:pt>
    <dgm:pt modelId="{476C8B2C-CB2F-47E7-8EA8-0136E2D29DA1}" type="parTrans" cxnId="{42700D64-E586-40DD-86FC-088B6C2B2353}">
      <dgm:prSet/>
      <dgm:spPr/>
      <dgm:t>
        <a:bodyPr/>
        <a:lstStyle/>
        <a:p>
          <a:endParaRPr lang="en-GB"/>
        </a:p>
      </dgm:t>
    </dgm:pt>
    <dgm:pt modelId="{A50370A2-D394-4FC9-A053-8794E8FD4A49}" type="sibTrans" cxnId="{42700D64-E586-40DD-86FC-088B6C2B2353}">
      <dgm:prSet/>
      <dgm:spPr/>
      <dgm:t>
        <a:bodyPr/>
        <a:lstStyle/>
        <a:p>
          <a:endParaRPr lang="en-GB"/>
        </a:p>
      </dgm:t>
    </dgm:pt>
    <dgm:pt modelId="{F92737CE-45A3-4C8B-8135-20C3EE2E95BF}" type="pres">
      <dgm:prSet presAssocID="{1DE428BE-1C52-4FE7-926C-AEB47048CB20}" presName="Name0" presStyleCnt="0">
        <dgm:presLayoutVars>
          <dgm:dir/>
          <dgm:animLvl val="lvl"/>
          <dgm:resizeHandles val="exact"/>
        </dgm:presLayoutVars>
      </dgm:prSet>
      <dgm:spPr/>
    </dgm:pt>
    <dgm:pt modelId="{361F4897-AB09-44FE-A124-5768D76A0B03}" type="pres">
      <dgm:prSet presAssocID="{06B3E3C9-B141-415F-8338-93E31717D202}" presName="linNode" presStyleCnt="0"/>
      <dgm:spPr/>
    </dgm:pt>
    <dgm:pt modelId="{08DAF1E6-2A76-499A-AE5D-6EF3861A62DE}" type="pres">
      <dgm:prSet presAssocID="{06B3E3C9-B141-415F-8338-93E31717D202}" presName="parentText" presStyleLbl="node1" presStyleIdx="0" presStyleCnt="2">
        <dgm:presLayoutVars>
          <dgm:chMax val="1"/>
          <dgm:bulletEnabled val="1"/>
        </dgm:presLayoutVars>
      </dgm:prSet>
      <dgm:spPr/>
    </dgm:pt>
    <dgm:pt modelId="{4E2E3CEF-B615-4E2A-B0DB-394954983B56}" type="pres">
      <dgm:prSet presAssocID="{06B3E3C9-B141-415F-8338-93E31717D202}" presName="descendantText" presStyleLbl="alignAccFollowNode1" presStyleIdx="0" presStyleCnt="2">
        <dgm:presLayoutVars>
          <dgm:bulletEnabled val="1"/>
        </dgm:presLayoutVars>
      </dgm:prSet>
      <dgm:spPr/>
    </dgm:pt>
    <dgm:pt modelId="{473878B5-EAF3-4137-B51A-2E02750F6852}" type="pres">
      <dgm:prSet presAssocID="{088B6A4A-D4DE-4A0F-8BD8-FA34D6BFF880}" presName="sp" presStyleCnt="0"/>
      <dgm:spPr/>
    </dgm:pt>
    <dgm:pt modelId="{C26B55A9-2F85-437C-A82C-5AD0C37CB617}" type="pres">
      <dgm:prSet presAssocID="{9144F617-400D-4251-9A8F-2F5BFC6ACFC3}" presName="linNode" presStyleCnt="0"/>
      <dgm:spPr/>
    </dgm:pt>
    <dgm:pt modelId="{7F197931-1738-40B0-AE2C-A305958FB7C0}" type="pres">
      <dgm:prSet presAssocID="{9144F617-400D-4251-9A8F-2F5BFC6ACFC3}" presName="parentText" presStyleLbl="node1" presStyleIdx="1" presStyleCnt="2">
        <dgm:presLayoutVars>
          <dgm:chMax val="1"/>
          <dgm:bulletEnabled val="1"/>
        </dgm:presLayoutVars>
      </dgm:prSet>
      <dgm:spPr/>
    </dgm:pt>
    <dgm:pt modelId="{B6DCD958-E898-4FAA-A540-1131763240DC}" type="pres">
      <dgm:prSet presAssocID="{9144F617-400D-4251-9A8F-2F5BFC6ACFC3}" presName="descendantText" presStyleLbl="alignAccFollowNode1" presStyleIdx="1" presStyleCnt="2">
        <dgm:presLayoutVars>
          <dgm:bulletEnabled val="1"/>
        </dgm:presLayoutVars>
      </dgm:prSet>
      <dgm:spPr/>
    </dgm:pt>
  </dgm:ptLst>
  <dgm:cxnLst>
    <dgm:cxn modelId="{886DF613-4965-4E4B-9BA6-527B916A6AA0}" type="presOf" srcId="{46CCEED4-7794-485F-B1C8-DD49B67A064A}" destId="{4E2E3CEF-B615-4E2A-B0DB-394954983B56}" srcOrd="0" destOrd="1" presId="urn:microsoft.com/office/officeart/2005/8/layout/vList5"/>
    <dgm:cxn modelId="{42700D64-E586-40DD-86FC-088B6C2B2353}" srcId="{9144F617-400D-4251-9A8F-2F5BFC6ACFC3}" destId="{0AB1C8E6-019B-4DC5-BE8B-DA25FCFEE468}" srcOrd="0" destOrd="0" parTransId="{476C8B2C-CB2F-47E7-8EA8-0136E2D29DA1}" sibTransId="{A50370A2-D394-4FC9-A053-8794E8FD4A49}"/>
    <dgm:cxn modelId="{B1EAC650-DE85-40C6-9D46-ED313016ACDF}" type="presOf" srcId="{EE2C9980-DDE5-4600-8B32-E548B7481D1F}" destId="{4E2E3CEF-B615-4E2A-B0DB-394954983B56}" srcOrd="0" destOrd="2" presId="urn:microsoft.com/office/officeart/2005/8/layout/vList5"/>
    <dgm:cxn modelId="{D2052E71-DDAF-4BD9-8B1C-F801E3843A57}" type="presOf" srcId="{1F51E582-5A48-48CE-98F1-F456003DC5A2}" destId="{4E2E3CEF-B615-4E2A-B0DB-394954983B56}" srcOrd="0" destOrd="0" presId="urn:microsoft.com/office/officeart/2005/8/layout/vList5"/>
    <dgm:cxn modelId="{3D41AD8E-1CBC-43A7-AD0E-0E7A271341FD}" type="presOf" srcId="{06B3E3C9-B141-415F-8338-93E31717D202}" destId="{08DAF1E6-2A76-499A-AE5D-6EF3861A62DE}" srcOrd="0" destOrd="0" presId="urn:microsoft.com/office/officeart/2005/8/layout/vList5"/>
    <dgm:cxn modelId="{9F3A1C9B-9BF0-4C70-8811-0A71E6BEA114}" srcId="{06B3E3C9-B141-415F-8338-93E31717D202}" destId="{1F51E582-5A48-48CE-98F1-F456003DC5A2}" srcOrd="0" destOrd="0" parTransId="{9FA64024-5C10-4DDC-904D-6D2FF8FC3F04}" sibTransId="{4113139A-3C77-4538-BA91-3021BC581FE7}"/>
    <dgm:cxn modelId="{4F4E2E9C-ECE9-4634-9BBE-94984AA30EF8}" type="presOf" srcId="{1DE428BE-1C52-4FE7-926C-AEB47048CB20}" destId="{F92737CE-45A3-4C8B-8135-20C3EE2E95BF}" srcOrd="0" destOrd="0" presId="urn:microsoft.com/office/officeart/2005/8/layout/vList5"/>
    <dgm:cxn modelId="{7DF5EEA0-B563-44D0-894C-0ACC7DFC14B8}" type="presOf" srcId="{9144F617-400D-4251-9A8F-2F5BFC6ACFC3}" destId="{7F197931-1738-40B0-AE2C-A305958FB7C0}" srcOrd="0" destOrd="0" presId="urn:microsoft.com/office/officeart/2005/8/layout/vList5"/>
    <dgm:cxn modelId="{3E2714B0-75E4-4179-A131-C2B4742140CA}" srcId="{1DE428BE-1C52-4FE7-926C-AEB47048CB20}" destId="{9144F617-400D-4251-9A8F-2F5BFC6ACFC3}" srcOrd="1" destOrd="0" parTransId="{33D60EEB-172B-4544-8DCA-7280B73BD1C4}" sibTransId="{A08A4803-7279-4D1D-8A2E-1AB317E9A31D}"/>
    <dgm:cxn modelId="{D8AB99B3-F647-4F34-A971-C56C317994CC}" type="presOf" srcId="{0AB1C8E6-019B-4DC5-BE8B-DA25FCFEE468}" destId="{B6DCD958-E898-4FAA-A540-1131763240DC}" srcOrd="0" destOrd="0" presId="urn:microsoft.com/office/officeart/2005/8/layout/vList5"/>
    <dgm:cxn modelId="{114479D7-BD99-4CB2-AA9E-EFBBA6B74A9A}" srcId="{06B3E3C9-B141-415F-8338-93E31717D202}" destId="{EE2C9980-DDE5-4600-8B32-E548B7481D1F}" srcOrd="2" destOrd="0" parTransId="{4FFFB03B-85D6-48C6-945E-2BAEFB95FDE5}" sibTransId="{1DC6CCE9-DABC-4A96-8396-CD7081D1F831}"/>
    <dgm:cxn modelId="{CCFB80DF-7557-476E-9632-5DF2E44A70C6}" srcId="{06B3E3C9-B141-415F-8338-93E31717D202}" destId="{46CCEED4-7794-485F-B1C8-DD49B67A064A}" srcOrd="1" destOrd="0" parTransId="{A82026AB-ED63-4739-9799-F4DEA559B5D6}" sibTransId="{819F1A91-5924-46E6-A030-519838B2D7C0}"/>
    <dgm:cxn modelId="{B55038FC-E04F-4125-A67B-3A2B335B49C1}" srcId="{1DE428BE-1C52-4FE7-926C-AEB47048CB20}" destId="{06B3E3C9-B141-415F-8338-93E31717D202}" srcOrd="0" destOrd="0" parTransId="{6D945DD7-5FA5-47A4-A5AC-975528EC0CFA}" sibTransId="{088B6A4A-D4DE-4A0F-8BD8-FA34D6BFF880}"/>
    <dgm:cxn modelId="{1CC5FE8E-3B7F-4964-9D6E-15CAF67BB4D3}" type="presParOf" srcId="{F92737CE-45A3-4C8B-8135-20C3EE2E95BF}" destId="{361F4897-AB09-44FE-A124-5768D76A0B03}" srcOrd="0" destOrd="0" presId="urn:microsoft.com/office/officeart/2005/8/layout/vList5"/>
    <dgm:cxn modelId="{3AC11787-86AE-4FE5-B6F2-2F33445F6590}" type="presParOf" srcId="{361F4897-AB09-44FE-A124-5768D76A0B03}" destId="{08DAF1E6-2A76-499A-AE5D-6EF3861A62DE}" srcOrd="0" destOrd="0" presId="urn:microsoft.com/office/officeart/2005/8/layout/vList5"/>
    <dgm:cxn modelId="{7E19868B-CBAF-45D7-92AA-EDAA7F30E086}" type="presParOf" srcId="{361F4897-AB09-44FE-A124-5768D76A0B03}" destId="{4E2E3CEF-B615-4E2A-B0DB-394954983B56}" srcOrd="1" destOrd="0" presId="urn:microsoft.com/office/officeart/2005/8/layout/vList5"/>
    <dgm:cxn modelId="{9956B429-4275-4EE9-BC5F-EBB03CCE26F9}" type="presParOf" srcId="{F92737CE-45A3-4C8B-8135-20C3EE2E95BF}" destId="{473878B5-EAF3-4137-B51A-2E02750F6852}" srcOrd="1" destOrd="0" presId="urn:microsoft.com/office/officeart/2005/8/layout/vList5"/>
    <dgm:cxn modelId="{983A732C-76C0-4C8D-86CB-33195E6038C3}" type="presParOf" srcId="{F92737CE-45A3-4C8B-8135-20C3EE2E95BF}" destId="{C26B55A9-2F85-437C-A82C-5AD0C37CB617}" srcOrd="2" destOrd="0" presId="urn:microsoft.com/office/officeart/2005/8/layout/vList5"/>
    <dgm:cxn modelId="{78E77342-5B47-454C-AFD5-00AE24904358}" type="presParOf" srcId="{C26B55A9-2F85-437C-A82C-5AD0C37CB617}" destId="{7F197931-1738-40B0-AE2C-A305958FB7C0}" srcOrd="0" destOrd="0" presId="urn:microsoft.com/office/officeart/2005/8/layout/vList5"/>
    <dgm:cxn modelId="{6B47F24D-44ED-4E7F-B0BB-7CCA6398011F}" type="presParOf" srcId="{C26B55A9-2F85-437C-A82C-5AD0C37CB617}" destId="{B6DCD958-E898-4FAA-A540-1131763240D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D6275DC-BBC0-4F97-B1EC-9C1965D94FE6}" type="doc">
      <dgm:prSet loTypeId="urn:microsoft.com/office/officeart/2005/8/layout/vList5" loCatId="list" qsTypeId="urn:microsoft.com/office/officeart/2005/8/quickstyle/3d1" qsCatId="3D" csTypeId="urn:microsoft.com/office/officeart/2005/8/colors/accent1_2" csCatId="accent1"/>
      <dgm:spPr/>
      <dgm:t>
        <a:bodyPr/>
        <a:lstStyle/>
        <a:p>
          <a:endParaRPr lang="en-GB"/>
        </a:p>
      </dgm:t>
    </dgm:pt>
    <dgm:pt modelId="{D3F644E8-9387-462A-9BBC-DB128A905201}">
      <dgm:prSet/>
      <dgm:spPr/>
      <dgm:t>
        <a:bodyPr/>
        <a:lstStyle/>
        <a:p>
          <a:r>
            <a:rPr lang="nl-NL" b="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Zenodo</a:t>
          </a:r>
          <a:endParaRPr lang="nl-NL" dirty="0">
            <a:solidFill>
              <a:schemeClr val="bg1"/>
            </a:solidFill>
          </a:endParaRPr>
        </a:p>
      </dgm:t>
    </dgm:pt>
    <dgm:pt modelId="{5A9B4829-34A8-4725-93DD-3C56B0515D4D}" type="parTrans" cxnId="{2D58A663-184F-4938-B48D-224B2575B13D}">
      <dgm:prSet/>
      <dgm:spPr/>
      <dgm:t>
        <a:bodyPr/>
        <a:lstStyle/>
        <a:p>
          <a:endParaRPr lang="en-GB"/>
        </a:p>
      </dgm:t>
    </dgm:pt>
    <dgm:pt modelId="{7576D702-CD32-48B3-B1A1-232EC03C5DFB}" type="sibTrans" cxnId="{2D58A663-184F-4938-B48D-224B2575B13D}">
      <dgm:prSet/>
      <dgm:spPr/>
      <dgm:t>
        <a:bodyPr/>
        <a:lstStyle/>
        <a:p>
          <a:endParaRPr lang="en-GB"/>
        </a:p>
      </dgm:t>
    </dgm:pt>
    <dgm:pt modelId="{6B4AC80D-876E-4F32-9FDF-55DB6EFCDCC8}">
      <dgm:prSet/>
      <dgm:spPr/>
      <dgm:t>
        <a:bodyPr/>
        <a:lstStyle/>
        <a:p>
          <a:r>
            <a:rPr lang="nl-NL" b="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OSF</a:t>
          </a:r>
          <a:endParaRPr lang="nl-NL" dirty="0">
            <a:solidFill>
              <a:schemeClr val="bg1"/>
            </a:solidFill>
          </a:endParaRPr>
        </a:p>
      </dgm:t>
    </dgm:pt>
    <dgm:pt modelId="{5D05F45C-A389-413E-8D58-5A1893991076}" type="parTrans" cxnId="{CF982237-8542-42C6-9FDE-029A51DD01DF}">
      <dgm:prSet/>
      <dgm:spPr/>
      <dgm:t>
        <a:bodyPr/>
        <a:lstStyle/>
        <a:p>
          <a:endParaRPr lang="en-GB"/>
        </a:p>
      </dgm:t>
    </dgm:pt>
    <dgm:pt modelId="{4519A2AA-0C03-42F9-9468-9D26BB87CA6A}" type="sibTrans" cxnId="{CF982237-8542-42C6-9FDE-029A51DD01DF}">
      <dgm:prSet/>
      <dgm:spPr/>
      <dgm:t>
        <a:bodyPr/>
        <a:lstStyle/>
        <a:p>
          <a:endParaRPr lang="en-GB"/>
        </a:p>
      </dgm:t>
    </dgm:pt>
    <dgm:pt modelId="{8E196740-58EA-4232-BBE7-66854473D010}">
      <dgm:prSet/>
      <dgm:spPr/>
      <dgm:t>
        <a:bodyPr/>
        <a:lstStyle/>
        <a:p>
          <a:r>
            <a:rPr lang="nl-NL" b="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Open </a:t>
          </a:r>
          <a:r>
            <a:rPr lang="nl-NL" b="0" dirty="0" err="1">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Aire</a:t>
          </a:r>
          <a:endParaRPr lang="nl-NL" dirty="0">
            <a:solidFill>
              <a:schemeClr val="bg1"/>
            </a:solidFill>
          </a:endParaRPr>
        </a:p>
      </dgm:t>
    </dgm:pt>
    <dgm:pt modelId="{42D7479E-C11B-48D9-ABFE-A86B899EAB9F}" type="parTrans" cxnId="{DDD446A0-743C-4945-94FE-8D25502F6CC4}">
      <dgm:prSet/>
      <dgm:spPr/>
      <dgm:t>
        <a:bodyPr/>
        <a:lstStyle/>
        <a:p>
          <a:endParaRPr lang="en-GB"/>
        </a:p>
      </dgm:t>
    </dgm:pt>
    <dgm:pt modelId="{2BD272D0-050B-4F3F-B972-6E8871364966}" type="sibTrans" cxnId="{DDD446A0-743C-4945-94FE-8D25502F6CC4}">
      <dgm:prSet/>
      <dgm:spPr/>
      <dgm:t>
        <a:bodyPr/>
        <a:lstStyle/>
        <a:p>
          <a:endParaRPr lang="en-GB"/>
        </a:p>
      </dgm:t>
    </dgm:pt>
    <dgm:pt modelId="{51E75EA5-E082-4DCD-8935-4CAF921FD817}">
      <dgm:prSet/>
      <dgm:spPr/>
      <dgm:t>
        <a:bodyPr/>
        <a:lstStyle/>
        <a:p>
          <a:r>
            <a:rPr lang="nl-NL" b="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Open Alex</a:t>
          </a:r>
          <a:endParaRPr lang="nl-NL" dirty="0">
            <a:solidFill>
              <a:schemeClr val="bg1"/>
            </a:solidFill>
          </a:endParaRPr>
        </a:p>
      </dgm:t>
    </dgm:pt>
    <dgm:pt modelId="{C9F65ED3-AFC7-4B45-9A71-2F1F0AA3DFF2}" type="parTrans" cxnId="{C69CC405-3DD9-4EB4-8DDC-739F2EF59C03}">
      <dgm:prSet/>
      <dgm:spPr/>
      <dgm:t>
        <a:bodyPr/>
        <a:lstStyle/>
        <a:p>
          <a:endParaRPr lang="en-GB"/>
        </a:p>
      </dgm:t>
    </dgm:pt>
    <dgm:pt modelId="{731F1B7D-984F-4705-AC95-6C19AC6565A2}" type="sibTrans" cxnId="{C69CC405-3DD9-4EB4-8DDC-739F2EF59C03}">
      <dgm:prSet/>
      <dgm:spPr/>
      <dgm:t>
        <a:bodyPr/>
        <a:lstStyle/>
        <a:p>
          <a:endParaRPr lang="en-GB"/>
        </a:p>
      </dgm:t>
    </dgm:pt>
    <dgm:pt modelId="{184A8B84-B55E-4428-85EB-BB00E270BEFC}">
      <dgm:prSet/>
      <dgm:spPr/>
      <dgm:t>
        <a:bodyPr/>
        <a:lstStyle/>
        <a:p>
          <a:r>
            <a:rPr lang="nl-NL" b="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Data </a:t>
          </a:r>
          <a:r>
            <a:rPr lang="nl-NL" b="0" dirty="0" err="1">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Citation</a:t>
          </a:r>
          <a:r>
            <a:rPr lang="nl-NL" b="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 Index: </a:t>
          </a:r>
          <a:r>
            <a:rPr lang="nl-NL" b="0" dirty="0" err="1">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Clarivate</a:t>
          </a:r>
          <a:endParaRPr lang="nl-NL" dirty="0">
            <a:solidFill>
              <a:schemeClr val="bg1"/>
            </a:solidFill>
          </a:endParaRPr>
        </a:p>
      </dgm:t>
    </dgm:pt>
    <dgm:pt modelId="{B3343569-C6FA-452B-BC73-DC42164451E2}" type="parTrans" cxnId="{C1BBB84D-2C74-4CDB-8B1D-0923BF2376D1}">
      <dgm:prSet/>
      <dgm:spPr/>
      <dgm:t>
        <a:bodyPr/>
        <a:lstStyle/>
        <a:p>
          <a:endParaRPr lang="en-GB"/>
        </a:p>
      </dgm:t>
    </dgm:pt>
    <dgm:pt modelId="{2F0E5A57-6110-4681-B5A7-8297EEB95D63}" type="sibTrans" cxnId="{C1BBB84D-2C74-4CDB-8B1D-0923BF2376D1}">
      <dgm:prSet/>
      <dgm:spPr/>
      <dgm:t>
        <a:bodyPr/>
        <a:lstStyle/>
        <a:p>
          <a:endParaRPr lang="en-GB"/>
        </a:p>
      </dgm:t>
    </dgm:pt>
    <dgm:pt modelId="{D180A604-3907-4995-B366-0BE358E8CE8E}" type="pres">
      <dgm:prSet presAssocID="{0D6275DC-BBC0-4F97-B1EC-9C1965D94FE6}" presName="Name0" presStyleCnt="0">
        <dgm:presLayoutVars>
          <dgm:dir/>
          <dgm:animLvl val="lvl"/>
          <dgm:resizeHandles val="exact"/>
        </dgm:presLayoutVars>
      </dgm:prSet>
      <dgm:spPr/>
    </dgm:pt>
    <dgm:pt modelId="{5A50BD08-E793-4786-901C-02C0B1F472DB}" type="pres">
      <dgm:prSet presAssocID="{D3F644E8-9387-462A-9BBC-DB128A905201}" presName="linNode" presStyleCnt="0"/>
      <dgm:spPr/>
    </dgm:pt>
    <dgm:pt modelId="{13A18B33-0848-4C55-940A-2367CC592C8F}" type="pres">
      <dgm:prSet presAssocID="{D3F644E8-9387-462A-9BBC-DB128A905201}" presName="parentText" presStyleLbl="node1" presStyleIdx="0" presStyleCnt="5">
        <dgm:presLayoutVars>
          <dgm:chMax val="1"/>
          <dgm:bulletEnabled val="1"/>
        </dgm:presLayoutVars>
      </dgm:prSet>
      <dgm:spPr/>
    </dgm:pt>
    <dgm:pt modelId="{868F355A-B67C-4D27-A4C7-31B914C266C4}" type="pres">
      <dgm:prSet presAssocID="{7576D702-CD32-48B3-B1A1-232EC03C5DFB}" presName="sp" presStyleCnt="0"/>
      <dgm:spPr/>
    </dgm:pt>
    <dgm:pt modelId="{1E0DC2AF-81EE-4D01-90FF-6B2D1A9EAD25}" type="pres">
      <dgm:prSet presAssocID="{6B4AC80D-876E-4F32-9FDF-55DB6EFCDCC8}" presName="linNode" presStyleCnt="0"/>
      <dgm:spPr/>
    </dgm:pt>
    <dgm:pt modelId="{392EF90C-6448-46AC-946A-F337DB9ACDCC}" type="pres">
      <dgm:prSet presAssocID="{6B4AC80D-876E-4F32-9FDF-55DB6EFCDCC8}" presName="parentText" presStyleLbl="node1" presStyleIdx="1" presStyleCnt="5">
        <dgm:presLayoutVars>
          <dgm:chMax val="1"/>
          <dgm:bulletEnabled val="1"/>
        </dgm:presLayoutVars>
      </dgm:prSet>
      <dgm:spPr/>
    </dgm:pt>
    <dgm:pt modelId="{728CEFA8-5E59-41F8-85A2-4B484C886B58}" type="pres">
      <dgm:prSet presAssocID="{4519A2AA-0C03-42F9-9468-9D26BB87CA6A}" presName="sp" presStyleCnt="0"/>
      <dgm:spPr/>
    </dgm:pt>
    <dgm:pt modelId="{04EC7CCC-D559-4352-9863-24B024A7845F}" type="pres">
      <dgm:prSet presAssocID="{8E196740-58EA-4232-BBE7-66854473D010}" presName="linNode" presStyleCnt="0"/>
      <dgm:spPr/>
    </dgm:pt>
    <dgm:pt modelId="{D0991D56-BD95-4981-B548-2019977362A8}" type="pres">
      <dgm:prSet presAssocID="{8E196740-58EA-4232-BBE7-66854473D010}" presName="parentText" presStyleLbl="node1" presStyleIdx="2" presStyleCnt="5">
        <dgm:presLayoutVars>
          <dgm:chMax val="1"/>
          <dgm:bulletEnabled val="1"/>
        </dgm:presLayoutVars>
      </dgm:prSet>
      <dgm:spPr/>
    </dgm:pt>
    <dgm:pt modelId="{C4778843-8A00-4CC0-A0E5-D0CBE1BCCC5C}" type="pres">
      <dgm:prSet presAssocID="{2BD272D0-050B-4F3F-B972-6E8871364966}" presName="sp" presStyleCnt="0"/>
      <dgm:spPr/>
    </dgm:pt>
    <dgm:pt modelId="{CE6247E4-5B98-4381-BDD6-212D59085F20}" type="pres">
      <dgm:prSet presAssocID="{51E75EA5-E082-4DCD-8935-4CAF921FD817}" presName="linNode" presStyleCnt="0"/>
      <dgm:spPr/>
    </dgm:pt>
    <dgm:pt modelId="{DE6D71C7-7F5D-407E-B63D-E628DD6EA6F2}" type="pres">
      <dgm:prSet presAssocID="{51E75EA5-E082-4DCD-8935-4CAF921FD817}" presName="parentText" presStyleLbl="node1" presStyleIdx="3" presStyleCnt="5">
        <dgm:presLayoutVars>
          <dgm:chMax val="1"/>
          <dgm:bulletEnabled val="1"/>
        </dgm:presLayoutVars>
      </dgm:prSet>
      <dgm:spPr/>
    </dgm:pt>
    <dgm:pt modelId="{0A753C1D-950C-4948-A5D2-16FFEA3EBCE3}" type="pres">
      <dgm:prSet presAssocID="{731F1B7D-984F-4705-AC95-6C19AC6565A2}" presName="sp" presStyleCnt="0"/>
      <dgm:spPr/>
    </dgm:pt>
    <dgm:pt modelId="{C108B2C8-B4D8-40BE-BC1B-751F5F7FDDE1}" type="pres">
      <dgm:prSet presAssocID="{184A8B84-B55E-4428-85EB-BB00E270BEFC}" presName="linNode" presStyleCnt="0"/>
      <dgm:spPr/>
    </dgm:pt>
    <dgm:pt modelId="{3CB3BCF2-814A-4DEC-86D0-50D5D81ACE68}" type="pres">
      <dgm:prSet presAssocID="{184A8B84-B55E-4428-85EB-BB00E270BEFC}" presName="parentText" presStyleLbl="node1" presStyleIdx="4" presStyleCnt="5">
        <dgm:presLayoutVars>
          <dgm:chMax val="1"/>
          <dgm:bulletEnabled val="1"/>
        </dgm:presLayoutVars>
      </dgm:prSet>
      <dgm:spPr/>
    </dgm:pt>
  </dgm:ptLst>
  <dgm:cxnLst>
    <dgm:cxn modelId="{C69CC405-3DD9-4EB4-8DDC-739F2EF59C03}" srcId="{0D6275DC-BBC0-4F97-B1EC-9C1965D94FE6}" destId="{51E75EA5-E082-4DCD-8935-4CAF921FD817}" srcOrd="3" destOrd="0" parTransId="{C9F65ED3-AFC7-4B45-9A71-2F1F0AA3DFF2}" sibTransId="{731F1B7D-984F-4705-AC95-6C19AC6565A2}"/>
    <dgm:cxn modelId="{4E785B22-101A-40F0-A81A-B007FDB20B93}" type="presOf" srcId="{8E196740-58EA-4232-BBE7-66854473D010}" destId="{D0991D56-BD95-4981-B548-2019977362A8}" srcOrd="0" destOrd="0" presId="urn:microsoft.com/office/officeart/2005/8/layout/vList5"/>
    <dgm:cxn modelId="{49CA3133-55BB-4027-9EAE-1F72FEB00538}" type="presOf" srcId="{0D6275DC-BBC0-4F97-B1EC-9C1965D94FE6}" destId="{D180A604-3907-4995-B366-0BE358E8CE8E}" srcOrd="0" destOrd="0" presId="urn:microsoft.com/office/officeart/2005/8/layout/vList5"/>
    <dgm:cxn modelId="{CF982237-8542-42C6-9FDE-029A51DD01DF}" srcId="{0D6275DC-BBC0-4F97-B1EC-9C1965D94FE6}" destId="{6B4AC80D-876E-4F32-9FDF-55DB6EFCDCC8}" srcOrd="1" destOrd="0" parTransId="{5D05F45C-A389-413E-8D58-5A1893991076}" sibTransId="{4519A2AA-0C03-42F9-9468-9D26BB87CA6A}"/>
    <dgm:cxn modelId="{2D58A663-184F-4938-B48D-224B2575B13D}" srcId="{0D6275DC-BBC0-4F97-B1EC-9C1965D94FE6}" destId="{D3F644E8-9387-462A-9BBC-DB128A905201}" srcOrd="0" destOrd="0" parTransId="{5A9B4829-34A8-4725-93DD-3C56B0515D4D}" sibTransId="{7576D702-CD32-48B3-B1A1-232EC03C5DFB}"/>
    <dgm:cxn modelId="{C1BBB84D-2C74-4CDB-8B1D-0923BF2376D1}" srcId="{0D6275DC-BBC0-4F97-B1EC-9C1965D94FE6}" destId="{184A8B84-B55E-4428-85EB-BB00E270BEFC}" srcOrd="4" destOrd="0" parTransId="{B3343569-C6FA-452B-BC73-DC42164451E2}" sibTransId="{2F0E5A57-6110-4681-B5A7-8297EEB95D63}"/>
    <dgm:cxn modelId="{38B4248C-D7B1-4A07-B9E6-B837803D84B2}" type="presOf" srcId="{51E75EA5-E082-4DCD-8935-4CAF921FD817}" destId="{DE6D71C7-7F5D-407E-B63D-E628DD6EA6F2}" srcOrd="0" destOrd="0" presId="urn:microsoft.com/office/officeart/2005/8/layout/vList5"/>
    <dgm:cxn modelId="{DDD446A0-743C-4945-94FE-8D25502F6CC4}" srcId="{0D6275DC-BBC0-4F97-B1EC-9C1965D94FE6}" destId="{8E196740-58EA-4232-BBE7-66854473D010}" srcOrd="2" destOrd="0" parTransId="{42D7479E-C11B-48D9-ABFE-A86B899EAB9F}" sibTransId="{2BD272D0-050B-4F3F-B972-6E8871364966}"/>
    <dgm:cxn modelId="{E2E77AC3-CEE8-45FE-9265-38119CB99478}" type="presOf" srcId="{184A8B84-B55E-4428-85EB-BB00E270BEFC}" destId="{3CB3BCF2-814A-4DEC-86D0-50D5D81ACE68}" srcOrd="0" destOrd="0" presId="urn:microsoft.com/office/officeart/2005/8/layout/vList5"/>
    <dgm:cxn modelId="{78463ED1-4034-4905-8901-AB2AE7AC8552}" type="presOf" srcId="{D3F644E8-9387-462A-9BBC-DB128A905201}" destId="{13A18B33-0848-4C55-940A-2367CC592C8F}" srcOrd="0" destOrd="0" presId="urn:microsoft.com/office/officeart/2005/8/layout/vList5"/>
    <dgm:cxn modelId="{CE3626E6-8FFF-4100-960A-17C77409D80C}" type="presOf" srcId="{6B4AC80D-876E-4F32-9FDF-55DB6EFCDCC8}" destId="{392EF90C-6448-46AC-946A-F337DB9ACDCC}" srcOrd="0" destOrd="0" presId="urn:microsoft.com/office/officeart/2005/8/layout/vList5"/>
    <dgm:cxn modelId="{3C66E91F-9106-446C-A10B-22C27838C0DE}" type="presParOf" srcId="{D180A604-3907-4995-B366-0BE358E8CE8E}" destId="{5A50BD08-E793-4786-901C-02C0B1F472DB}" srcOrd="0" destOrd="0" presId="urn:microsoft.com/office/officeart/2005/8/layout/vList5"/>
    <dgm:cxn modelId="{43CAA6C0-850E-4C58-9B96-43AF9030EC1D}" type="presParOf" srcId="{5A50BD08-E793-4786-901C-02C0B1F472DB}" destId="{13A18B33-0848-4C55-940A-2367CC592C8F}" srcOrd="0" destOrd="0" presId="urn:microsoft.com/office/officeart/2005/8/layout/vList5"/>
    <dgm:cxn modelId="{C70448CE-320C-4CB2-AE4D-BFA3DDD67874}" type="presParOf" srcId="{D180A604-3907-4995-B366-0BE358E8CE8E}" destId="{868F355A-B67C-4D27-A4C7-31B914C266C4}" srcOrd="1" destOrd="0" presId="urn:microsoft.com/office/officeart/2005/8/layout/vList5"/>
    <dgm:cxn modelId="{6FD1204F-C048-46F4-BD48-6B0C163E99A8}" type="presParOf" srcId="{D180A604-3907-4995-B366-0BE358E8CE8E}" destId="{1E0DC2AF-81EE-4D01-90FF-6B2D1A9EAD25}" srcOrd="2" destOrd="0" presId="urn:microsoft.com/office/officeart/2005/8/layout/vList5"/>
    <dgm:cxn modelId="{54C18F91-5799-4096-A453-09878EB116E6}" type="presParOf" srcId="{1E0DC2AF-81EE-4D01-90FF-6B2D1A9EAD25}" destId="{392EF90C-6448-46AC-946A-F337DB9ACDCC}" srcOrd="0" destOrd="0" presId="urn:microsoft.com/office/officeart/2005/8/layout/vList5"/>
    <dgm:cxn modelId="{955190FD-08E9-420A-BBF0-3204C39BAEF7}" type="presParOf" srcId="{D180A604-3907-4995-B366-0BE358E8CE8E}" destId="{728CEFA8-5E59-41F8-85A2-4B484C886B58}" srcOrd="3" destOrd="0" presId="urn:microsoft.com/office/officeart/2005/8/layout/vList5"/>
    <dgm:cxn modelId="{BFD4AA18-33A0-4407-A3D0-2D0BEB748079}" type="presParOf" srcId="{D180A604-3907-4995-B366-0BE358E8CE8E}" destId="{04EC7CCC-D559-4352-9863-24B024A7845F}" srcOrd="4" destOrd="0" presId="urn:microsoft.com/office/officeart/2005/8/layout/vList5"/>
    <dgm:cxn modelId="{06603B55-FA2D-4EC3-BEF9-D5BC80DE23CD}" type="presParOf" srcId="{04EC7CCC-D559-4352-9863-24B024A7845F}" destId="{D0991D56-BD95-4981-B548-2019977362A8}" srcOrd="0" destOrd="0" presId="urn:microsoft.com/office/officeart/2005/8/layout/vList5"/>
    <dgm:cxn modelId="{E1C30A76-6064-45BA-AB07-FE047DAB3E3A}" type="presParOf" srcId="{D180A604-3907-4995-B366-0BE358E8CE8E}" destId="{C4778843-8A00-4CC0-A0E5-D0CBE1BCCC5C}" srcOrd="5" destOrd="0" presId="urn:microsoft.com/office/officeart/2005/8/layout/vList5"/>
    <dgm:cxn modelId="{BE9519DF-9380-4406-A816-FE6FCE85AF70}" type="presParOf" srcId="{D180A604-3907-4995-B366-0BE358E8CE8E}" destId="{CE6247E4-5B98-4381-BDD6-212D59085F20}" srcOrd="6" destOrd="0" presId="urn:microsoft.com/office/officeart/2005/8/layout/vList5"/>
    <dgm:cxn modelId="{8854AFC5-67C6-4D60-9FCE-80794A7BA5A0}" type="presParOf" srcId="{CE6247E4-5B98-4381-BDD6-212D59085F20}" destId="{DE6D71C7-7F5D-407E-B63D-E628DD6EA6F2}" srcOrd="0" destOrd="0" presId="urn:microsoft.com/office/officeart/2005/8/layout/vList5"/>
    <dgm:cxn modelId="{ECA25B38-0FBE-496A-AF62-26856A607AC6}" type="presParOf" srcId="{D180A604-3907-4995-B366-0BE358E8CE8E}" destId="{0A753C1D-950C-4948-A5D2-16FFEA3EBCE3}" srcOrd="7" destOrd="0" presId="urn:microsoft.com/office/officeart/2005/8/layout/vList5"/>
    <dgm:cxn modelId="{A4AB22BB-228D-479C-82DF-60FA326BFCAB}" type="presParOf" srcId="{D180A604-3907-4995-B366-0BE358E8CE8E}" destId="{C108B2C8-B4D8-40BE-BC1B-751F5F7FDDE1}" srcOrd="8" destOrd="0" presId="urn:microsoft.com/office/officeart/2005/8/layout/vList5"/>
    <dgm:cxn modelId="{2B7EE6FA-4853-44D6-8C13-C6B4FCEB151F}" type="presParOf" srcId="{C108B2C8-B4D8-40BE-BC1B-751F5F7FDDE1}" destId="{3CB3BCF2-814A-4DEC-86D0-50D5D81ACE6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C2CE305-FB39-46A6-BED7-0F57B5121AD5}" type="doc">
      <dgm:prSet loTypeId="urn:microsoft.com/office/officeart/2005/8/layout/hList1" loCatId="list" qsTypeId="urn:microsoft.com/office/officeart/2005/8/quickstyle/3d1" qsCatId="3D" csTypeId="urn:microsoft.com/office/officeart/2005/8/colors/accent1_2" csCatId="accent1"/>
      <dgm:spPr/>
      <dgm:t>
        <a:bodyPr/>
        <a:lstStyle/>
        <a:p>
          <a:endParaRPr lang="en-GB"/>
        </a:p>
      </dgm:t>
    </dgm:pt>
    <dgm:pt modelId="{F945AA33-369A-40D0-8F29-4A9AF222A1B8}">
      <dgm:prSet custT="1"/>
      <dgm:spPr/>
      <dgm:t>
        <a:bodyPr/>
        <a:lstStyle/>
        <a:p>
          <a:r>
            <a:rPr lang="nl-NL" sz="3600" dirty="0"/>
            <a:t>Je kunt het volgende documenteren tijdens je zoekproces:</a:t>
          </a:r>
        </a:p>
      </dgm:t>
    </dgm:pt>
    <dgm:pt modelId="{8134C51B-40F5-442D-9DC2-8FF7CF5BFC4C}" type="parTrans" cxnId="{19293EE0-4F4A-4F35-8360-95F12918316A}">
      <dgm:prSet/>
      <dgm:spPr/>
      <dgm:t>
        <a:bodyPr/>
        <a:lstStyle/>
        <a:p>
          <a:endParaRPr lang="en-GB"/>
        </a:p>
      </dgm:t>
    </dgm:pt>
    <dgm:pt modelId="{7F434916-72DF-4B21-9967-67D0CEB7D269}" type="sibTrans" cxnId="{19293EE0-4F4A-4F35-8360-95F12918316A}">
      <dgm:prSet/>
      <dgm:spPr/>
      <dgm:t>
        <a:bodyPr/>
        <a:lstStyle/>
        <a:p>
          <a:endParaRPr lang="en-GB"/>
        </a:p>
      </dgm:t>
    </dgm:pt>
    <dgm:pt modelId="{E5806643-8380-40AA-B99C-78C78FDA1348}">
      <dgm:prSet/>
      <dgm:spPr/>
      <dgm:t>
        <a:bodyPr/>
        <a:lstStyle/>
        <a:p>
          <a:r>
            <a:rPr lang="nl-NL" dirty="0"/>
            <a:t>De gebruikte </a:t>
          </a:r>
          <a:r>
            <a:rPr lang="nl-NL" dirty="0" err="1"/>
            <a:t>repository</a:t>
          </a:r>
          <a:r>
            <a:rPr lang="nl-NL" dirty="0"/>
            <a:t> en/of zoekmachine (noteer informatie  over bruikbaarheid, functionaliteiten en relevantie van een </a:t>
          </a:r>
          <a:r>
            <a:rPr lang="nl-NL" dirty="0" err="1"/>
            <a:t>repository</a:t>
          </a:r>
          <a:r>
            <a:rPr lang="nl-NL" dirty="0"/>
            <a:t> voor je onderzoeksvraag) </a:t>
          </a:r>
        </a:p>
      </dgm:t>
    </dgm:pt>
    <dgm:pt modelId="{FB3F8212-FB47-4981-8851-B9CE70D42C75}" type="parTrans" cxnId="{EDCCBD6E-CD62-44B4-A626-DD7F617D0ED3}">
      <dgm:prSet/>
      <dgm:spPr/>
      <dgm:t>
        <a:bodyPr/>
        <a:lstStyle/>
        <a:p>
          <a:endParaRPr lang="en-GB"/>
        </a:p>
      </dgm:t>
    </dgm:pt>
    <dgm:pt modelId="{82A619BA-FF19-4790-83F2-8951AA0B526C}" type="sibTrans" cxnId="{EDCCBD6E-CD62-44B4-A626-DD7F617D0ED3}">
      <dgm:prSet/>
      <dgm:spPr/>
      <dgm:t>
        <a:bodyPr/>
        <a:lstStyle/>
        <a:p>
          <a:endParaRPr lang="en-GB"/>
        </a:p>
      </dgm:t>
    </dgm:pt>
    <dgm:pt modelId="{1EBDFA86-D929-4DA6-9F37-27E1FA7518CB}">
      <dgm:prSet/>
      <dgm:spPr/>
      <dgm:t>
        <a:bodyPr/>
        <a:lstStyle/>
        <a:p>
          <a:r>
            <a:rPr lang="nl-NL" dirty="0"/>
            <a:t>Gebruikte zoekwoorden en filters</a:t>
          </a:r>
        </a:p>
      </dgm:t>
    </dgm:pt>
    <dgm:pt modelId="{AD570CCF-2A62-4F5B-9879-CDC77C362DDF}" type="parTrans" cxnId="{E12C5A5A-8FE9-4DCE-89AE-E923CDE16D43}">
      <dgm:prSet/>
      <dgm:spPr/>
      <dgm:t>
        <a:bodyPr/>
        <a:lstStyle/>
        <a:p>
          <a:endParaRPr lang="en-GB"/>
        </a:p>
      </dgm:t>
    </dgm:pt>
    <dgm:pt modelId="{CA5D1BAD-383C-4674-BB60-B58F2EB599C6}" type="sibTrans" cxnId="{E12C5A5A-8FE9-4DCE-89AE-E923CDE16D43}">
      <dgm:prSet/>
      <dgm:spPr/>
      <dgm:t>
        <a:bodyPr/>
        <a:lstStyle/>
        <a:p>
          <a:endParaRPr lang="en-GB"/>
        </a:p>
      </dgm:t>
    </dgm:pt>
    <dgm:pt modelId="{C0D2129A-3944-41BA-9FA3-2F3FBE027C21}">
      <dgm:prSet/>
      <dgm:spPr/>
      <dgm:t>
        <a:bodyPr/>
        <a:lstStyle/>
        <a:p>
          <a:r>
            <a:rPr lang="nl-NL"/>
            <a:t>Aantal gevonden resultaten</a:t>
          </a:r>
        </a:p>
      </dgm:t>
    </dgm:pt>
    <dgm:pt modelId="{0515770D-E5B9-4697-8EF2-4E9439B41C7B}" type="parTrans" cxnId="{9D0DDFDB-3548-4DCD-AC28-154E80F82062}">
      <dgm:prSet/>
      <dgm:spPr/>
      <dgm:t>
        <a:bodyPr/>
        <a:lstStyle/>
        <a:p>
          <a:endParaRPr lang="en-GB"/>
        </a:p>
      </dgm:t>
    </dgm:pt>
    <dgm:pt modelId="{03C154B6-7421-43EB-80C7-522C95B15281}" type="sibTrans" cxnId="{9D0DDFDB-3548-4DCD-AC28-154E80F82062}">
      <dgm:prSet/>
      <dgm:spPr/>
      <dgm:t>
        <a:bodyPr/>
        <a:lstStyle/>
        <a:p>
          <a:endParaRPr lang="en-GB"/>
        </a:p>
      </dgm:t>
    </dgm:pt>
    <dgm:pt modelId="{CEF906A8-763A-4D67-9D59-266066B54C0B}">
      <dgm:prSet/>
      <dgm:spPr/>
      <dgm:t>
        <a:bodyPr/>
        <a:lstStyle/>
        <a:p>
          <a:r>
            <a:rPr lang="nl-NL"/>
            <a:t>Of de zoekopdracht nuttig was voor jouw onderwerp</a:t>
          </a:r>
        </a:p>
      </dgm:t>
    </dgm:pt>
    <dgm:pt modelId="{3C36F6C5-37E0-494A-939E-B1D9672E7044}" type="parTrans" cxnId="{FBB37295-FECD-4D70-A1F2-BF79B7F8EF4A}">
      <dgm:prSet/>
      <dgm:spPr/>
      <dgm:t>
        <a:bodyPr/>
        <a:lstStyle/>
        <a:p>
          <a:endParaRPr lang="en-GB"/>
        </a:p>
      </dgm:t>
    </dgm:pt>
    <dgm:pt modelId="{F11F89BC-5207-47C2-A97E-0F409038E633}" type="sibTrans" cxnId="{FBB37295-FECD-4D70-A1F2-BF79B7F8EF4A}">
      <dgm:prSet/>
      <dgm:spPr/>
      <dgm:t>
        <a:bodyPr/>
        <a:lstStyle/>
        <a:p>
          <a:endParaRPr lang="en-GB"/>
        </a:p>
      </dgm:t>
    </dgm:pt>
    <dgm:pt modelId="{3B42087F-E29F-41ED-A78F-360DD92A57B2}">
      <dgm:prSet/>
      <dgm:spPr/>
      <dgm:t>
        <a:bodyPr/>
        <a:lstStyle/>
        <a:p>
          <a:r>
            <a:rPr lang="nl-NL" dirty="0"/>
            <a:t>Datum</a:t>
          </a:r>
        </a:p>
      </dgm:t>
    </dgm:pt>
    <dgm:pt modelId="{1BCB7FC8-C724-40C4-B08D-EB9B4CF9FBB7}" type="parTrans" cxnId="{CAC8B139-A882-4D53-BF15-1B39D7B6F628}">
      <dgm:prSet/>
      <dgm:spPr/>
      <dgm:t>
        <a:bodyPr/>
        <a:lstStyle/>
        <a:p>
          <a:endParaRPr lang="en-GB"/>
        </a:p>
      </dgm:t>
    </dgm:pt>
    <dgm:pt modelId="{2DD87BB1-41EF-460F-9A07-DE1FEB7CFF44}" type="sibTrans" cxnId="{CAC8B139-A882-4D53-BF15-1B39D7B6F628}">
      <dgm:prSet/>
      <dgm:spPr/>
      <dgm:t>
        <a:bodyPr/>
        <a:lstStyle/>
        <a:p>
          <a:endParaRPr lang="en-GB"/>
        </a:p>
      </dgm:t>
    </dgm:pt>
    <dgm:pt modelId="{E54B18B6-03DC-4370-8467-429F02DE78AA}" type="pres">
      <dgm:prSet presAssocID="{FC2CE305-FB39-46A6-BED7-0F57B5121AD5}" presName="Name0" presStyleCnt="0">
        <dgm:presLayoutVars>
          <dgm:dir/>
          <dgm:animLvl val="lvl"/>
          <dgm:resizeHandles val="exact"/>
        </dgm:presLayoutVars>
      </dgm:prSet>
      <dgm:spPr/>
    </dgm:pt>
    <dgm:pt modelId="{746080A1-B083-43CF-90CD-4A71BB57064B}" type="pres">
      <dgm:prSet presAssocID="{F945AA33-369A-40D0-8F29-4A9AF222A1B8}" presName="composite" presStyleCnt="0"/>
      <dgm:spPr/>
    </dgm:pt>
    <dgm:pt modelId="{CEB750F0-59CD-4814-B7E0-2C2A3556BEFE}" type="pres">
      <dgm:prSet presAssocID="{F945AA33-369A-40D0-8F29-4A9AF222A1B8}" presName="parTx" presStyleLbl="alignNode1" presStyleIdx="0" presStyleCnt="1">
        <dgm:presLayoutVars>
          <dgm:chMax val="0"/>
          <dgm:chPref val="0"/>
          <dgm:bulletEnabled val="1"/>
        </dgm:presLayoutVars>
      </dgm:prSet>
      <dgm:spPr/>
    </dgm:pt>
    <dgm:pt modelId="{4ED0ED6B-420F-4D3C-B517-A38C7F9B2EBA}" type="pres">
      <dgm:prSet presAssocID="{F945AA33-369A-40D0-8F29-4A9AF222A1B8}" presName="desTx" presStyleLbl="alignAccFollowNode1" presStyleIdx="0" presStyleCnt="1">
        <dgm:presLayoutVars>
          <dgm:bulletEnabled val="1"/>
        </dgm:presLayoutVars>
      </dgm:prSet>
      <dgm:spPr/>
    </dgm:pt>
  </dgm:ptLst>
  <dgm:cxnLst>
    <dgm:cxn modelId="{CAC8B139-A882-4D53-BF15-1B39D7B6F628}" srcId="{F945AA33-369A-40D0-8F29-4A9AF222A1B8}" destId="{3B42087F-E29F-41ED-A78F-360DD92A57B2}" srcOrd="4" destOrd="0" parTransId="{1BCB7FC8-C724-40C4-B08D-EB9B4CF9FBB7}" sibTransId="{2DD87BB1-41EF-460F-9A07-DE1FEB7CFF44}"/>
    <dgm:cxn modelId="{EDCCBD6E-CD62-44B4-A626-DD7F617D0ED3}" srcId="{F945AA33-369A-40D0-8F29-4A9AF222A1B8}" destId="{E5806643-8380-40AA-B99C-78C78FDA1348}" srcOrd="0" destOrd="0" parTransId="{FB3F8212-FB47-4981-8851-B9CE70D42C75}" sibTransId="{82A619BA-FF19-4790-83F2-8951AA0B526C}"/>
    <dgm:cxn modelId="{E12C5A5A-8FE9-4DCE-89AE-E923CDE16D43}" srcId="{F945AA33-369A-40D0-8F29-4A9AF222A1B8}" destId="{1EBDFA86-D929-4DA6-9F37-27E1FA7518CB}" srcOrd="1" destOrd="0" parTransId="{AD570CCF-2A62-4F5B-9879-CDC77C362DDF}" sibTransId="{CA5D1BAD-383C-4674-BB60-B58F2EB599C6}"/>
    <dgm:cxn modelId="{3CDF9488-9487-4E51-B83A-6699062DD522}" type="presOf" srcId="{C0D2129A-3944-41BA-9FA3-2F3FBE027C21}" destId="{4ED0ED6B-420F-4D3C-B517-A38C7F9B2EBA}" srcOrd="0" destOrd="2" presId="urn:microsoft.com/office/officeart/2005/8/layout/hList1"/>
    <dgm:cxn modelId="{7585E590-0827-4F72-B010-E0657A5161A2}" type="presOf" srcId="{3B42087F-E29F-41ED-A78F-360DD92A57B2}" destId="{4ED0ED6B-420F-4D3C-B517-A38C7F9B2EBA}" srcOrd="0" destOrd="4" presId="urn:microsoft.com/office/officeart/2005/8/layout/hList1"/>
    <dgm:cxn modelId="{FBB37295-FECD-4D70-A1F2-BF79B7F8EF4A}" srcId="{F945AA33-369A-40D0-8F29-4A9AF222A1B8}" destId="{CEF906A8-763A-4D67-9D59-266066B54C0B}" srcOrd="3" destOrd="0" parTransId="{3C36F6C5-37E0-494A-939E-B1D9672E7044}" sibTransId="{F11F89BC-5207-47C2-A97E-0F409038E633}"/>
    <dgm:cxn modelId="{E1CEDAA8-5505-4627-AAE7-50948946032A}" type="presOf" srcId="{F945AA33-369A-40D0-8F29-4A9AF222A1B8}" destId="{CEB750F0-59CD-4814-B7E0-2C2A3556BEFE}" srcOrd="0" destOrd="0" presId="urn:microsoft.com/office/officeart/2005/8/layout/hList1"/>
    <dgm:cxn modelId="{04302EC9-02D0-42D7-A041-F68AB7CF839A}" type="presOf" srcId="{1EBDFA86-D929-4DA6-9F37-27E1FA7518CB}" destId="{4ED0ED6B-420F-4D3C-B517-A38C7F9B2EBA}" srcOrd="0" destOrd="1" presId="urn:microsoft.com/office/officeart/2005/8/layout/hList1"/>
    <dgm:cxn modelId="{588ED4D1-18AE-44BB-B685-6FE1D6F7760E}" type="presOf" srcId="{FC2CE305-FB39-46A6-BED7-0F57B5121AD5}" destId="{E54B18B6-03DC-4370-8467-429F02DE78AA}" srcOrd="0" destOrd="0" presId="urn:microsoft.com/office/officeart/2005/8/layout/hList1"/>
    <dgm:cxn modelId="{9D0DDFDB-3548-4DCD-AC28-154E80F82062}" srcId="{F945AA33-369A-40D0-8F29-4A9AF222A1B8}" destId="{C0D2129A-3944-41BA-9FA3-2F3FBE027C21}" srcOrd="2" destOrd="0" parTransId="{0515770D-E5B9-4697-8EF2-4E9439B41C7B}" sibTransId="{03C154B6-7421-43EB-80C7-522C95B15281}"/>
    <dgm:cxn modelId="{F4928CDC-E05B-40AA-93DC-1B6A7ED1451E}" type="presOf" srcId="{E5806643-8380-40AA-B99C-78C78FDA1348}" destId="{4ED0ED6B-420F-4D3C-B517-A38C7F9B2EBA}" srcOrd="0" destOrd="0" presId="urn:microsoft.com/office/officeart/2005/8/layout/hList1"/>
    <dgm:cxn modelId="{19293EE0-4F4A-4F35-8360-95F12918316A}" srcId="{FC2CE305-FB39-46A6-BED7-0F57B5121AD5}" destId="{F945AA33-369A-40D0-8F29-4A9AF222A1B8}" srcOrd="0" destOrd="0" parTransId="{8134C51B-40F5-442D-9DC2-8FF7CF5BFC4C}" sibTransId="{7F434916-72DF-4B21-9967-67D0CEB7D269}"/>
    <dgm:cxn modelId="{1228DCFC-D5CC-471E-AB48-BBDA4F6E8559}" type="presOf" srcId="{CEF906A8-763A-4D67-9D59-266066B54C0B}" destId="{4ED0ED6B-420F-4D3C-B517-A38C7F9B2EBA}" srcOrd="0" destOrd="3" presId="urn:microsoft.com/office/officeart/2005/8/layout/hList1"/>
    <dgm:cxn modelId="{A70ACA9D-5EC9-49A4-A38E-35D14398F9AB}" type="presParOf" srcId="{E54B18B6-03DC-4370-8467-429F02DE78AA}" destId="{746080A1-B083-43CF-90CD-4A71BB57064B}" srcOrd="0" destOrd="0" presId="urn:microsoft.com/office/officeart/2005/8/layout/hList1"/>
    <dgm:cxn modelId="{C821EC1F-0952-4D75-848A-4BEDEE3A9E55}" type="presParOf" srcId="{746080A1-B083-43CF-90CD-4A71BB57064B}" destId="{CEB750F0-59CD-4814-B7E0-2C2A3556BEFE}" srcOrd="0" destOrd="0" presId="urn:microsoft.com/office/officeart/2005/8/layout/hList1"/>
    <dgm:cxn modelId="{CF95D78C-547E-4905-A847-7E28A058E7F6}" type="presParOf" srcId="{746080A1-B083-43CF-90CD-4A71BB57064B}" destId="{4ED0ED6B-420F-4D3C-B517-A38C7F9B2EB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71D464A-1EF3-4BE5-B7E3-1172494E1DBA}" type="doc">
      <dgm:prSet loTypeId="urn:microsoft.com/office/officeart/2005/8/layout/vList5" loCatId="list" qsTypeId="urn:microsoft.com/office/officeart/2005/8/quickstyle/3d1" qsCatId="3D" csTypeId="urn:microsoft.com/office/officeart/2005/8/colors/accent1_2" csCatId="accent1"/>
      <dgm:spPr/>
      <dgm:t>
        <a:bodyPr/>
        <a:lstStyle/>
        <a:p>
          <a:endParaRPr lang="en-GB"/>
        </a:p>
      </dgm:t>
    </dgm:pt>
    <dgm:pt modelId="{1BDCF335-0F27-4E4A-9297-EDA240085063}">
      <dgm:prSet custT="1"/>
      <dgm:spPr/>
      <dgm:t>
        <a:bodyPr/>
        <a:lstStyle/>
        <a:p>
          <a:r>
            <a:rPr lang="nl-NL" sz="3200" b="0" dirty="0"/>
            <a:t>Wanneer je datasets hebt gevonden, kun je het volgende documenteren:</a:t>
          </a:r>
          <a:endParaRPr lang="nl-NL" sz="3200" dirty="0"/>
        </a:p>
      </dgm:t>
    </dgm:pt>
    <dgm:pt modelId="{9130BD5B-71C4-4D56-A6B5-48A0BDBB7B6D}" type="parTrans" cxnId="{8EB74227-13E6-4347-A529-254AE5F03B7C}">
      <dgm:prSet/>
      <dgm:spPr/>
      <dgm:t>
        <a:bodyPr/>
        <a:lstStyle/>
        <a:p>
          <a:endParaRPr lang="en-GB"/>
        </a:p>
      </dgm:t>
    </dgm:pt>
    <dgm:pt modelId="{9FC29879-E5A9-496A-93AA-180EB5FBC971}" type="sibTrans" cxnId="{8EB74227-13E6-4347-A529-254AE5F03B7C}">
      <dgm:prSet/>
      <dgm:spPr/>
      <dgm:t>
        <a:bodyPr/>
        <a:lstStyle/>
        <a:p>
          <a:endParaRPr lang="en-GB"/>
        </a:p>
      </dgm:t>
    </dgm:pt>
    <dgm:pt modelId="{96FE9A58-275F-4B82-8A52-7B85E339E11D}">
      <dgm:prSet/>
      <dgm:spPr/>
      <dgm:t>
        <a:bodyPr/>
        <a:lstStyle/>
        <a:p>
          <a:r>
            <a:rPr lang="nl-NL" b="0"/>
            <a:t>Hoe de dataset toegankelijk is (open, onder embargo, beperkt, gesloten)</a:t>
          </a:r>
          <a:endParaRPr lang="nl-NL"/>
        </a:p>
      </dgm:t>
    </dgm:pt>
    <dgm:pt modelId="{2F585297-6A0E-43B1-BB66-6D3BC17B24EB}" type="parTrans" cxnId="{5956870E-0310-4CCD-9E67-BF3660C21A1A}">
      <dgm:prSet/>
      <dgm:spPr/>
      <dgm:t>
        <a:bodyPr/>
        <a:lstStyle/>
        <a:p>
          <a:endParaRPr lang="en-GB"/>
        </a:p>
      </dgm:t>
    </dgm:pt>
    <dgm:pt modelId="{A6E228F6-5B43-4C34-9EAE-73655DDDBABC}" type="sibTrans" cxnId="{5956870E-0310-4CCD-9E67-BF3660C21A1A}">
      <dgm:prSet/>
      <dgm:spPr/>
      <dgm:t>
        <a:bodyPr/>
        <a:lstStyle/>
        <a:p>
          <a:endParaRPr lang="en-GB"/>
        </a:p>
      </dgm:t>
    </dgm:pt>
    <dgm:pt modelId="{260B88D0-9E78-489F-A097-0243FF2384A5}">
      <dgm:prSet/>
      <dgm:spPr/>
      <dgm:t>
        <a:bodyPr/>
        <a:lstStyle/>
        <a:p>
          <a:r>
            <a:rPr lang="nl-NL" b="0"/>
            <a:t>Link naar persistente identificatoren (bijv. DOI)</a:t>
          </a:r>
          <a:endParaRPr lang="nl-NL"/>
        </a:p>
      </dgm:t>
    </dgm:pt>
    <dgm:pt modelId="{B061C645-CF95-4826-9173-5A772F0274BF}" type="parTrans" cxnId="{858DE342-8300-49D8-AC7F-AF7357DFCB7E}">
      <dgm:prSet/>
      <dgm:spPr/>
      <dgm:t>
        <a:bodyPr/>
        <a:lstStyle/>
        <a:p>
          <a:endParaRPr lang="en-GB"/>
        </a:p>
      </dgm:t>
    </dgm:pt>
    <dgm:pt modelId="{5FEDA201-5725-47A5-B6F2-747F63EB8918}" type="sibTrans" cxnId="{858DE342-8300-49D8-AC7F-AF7357DFCB7E}">
      <dgm:prSet/>
      <dgm:spPr/>
      <dgm:t>
        <a:bodyPr/>
        <a:lstStyle/>
        <a:p>
          <a:endParaRPr lang="en-GB"/>
        </a:p>
      </dgm:t>
    </dgm:pt>
    <dgm:pt modelId="{A2CC5F7B-2936-4AAE-8EED-E403826E1D32}">
      <dgm:prSet/>
      <dgm:spPr/>
      <dgm:t>
        <a:bodyPr/>
        <a:lstStyle/>
        <a:p>
          <a:r>
            <a:rPr lang="nl-NL" b="0"/>
            <a:t>Datum</a:t>
          </a:r>
          <a:endParaRPr lang="nl-NL"/>
        </a:p>
      </dgm:t>
    </dgm:pt>
    <dgm:pt modelId="{EFBC343E-A505-45F8-AB4C-29A2C8DC5593}" type="parTrans" cxnId="{731A2824-580C-4B22-B245-78C141B362B4}">
      <dgm:prSet/>
      <dgm:spPr/>
      <dgm:t>
        <a:bodyPr/>
        <a:lstStyle/>
        <a:p>
          <a:endParaRPr lang="en-GB"/>
        </a:p>
      </dgm:t>
    </dgm:pt>
    <dgm:pt modelId="{D5D5035D-8F69-46B6-891A-35FFE9371C6F}" type="sibTrans" cxnId="{731A2824-580C-4B22-B245-78C141B362B4}">
      <dgm:prSet/>
      <dgm:spPr/>
      <dgm:t>
        <a:bodyPr/>
        <a:lstStyle/>
        <a:p>
          <a:endParaRPr lang="en-GB"/>
        </a:p>
      </dgm:t>
    </dgm:pt>
    <dgm:pt modelId="{FCC1DBA7-E9EA-42F8-BBBE-1D0F8B4411CD}">
      <dgm:prSet/>
      <dgm:spPr/>
      <dgm:t>
        <a:bodyPr/>
        <a:lstStyle/>
        <a:p>
          <a:r>
            <a:rPr lang="nl-NL" b="0"/>
            <a:t>Je kunt de datasets toevoegen aan je reference manager (handmatig) </a:t>
          </a:r>
          <a:endParaRPr lang="nl-NL"/>
        </a:p>
      </dgm:t>
    </dgm:pt>
    <dgm:pt modelId="{BE04C247-9566-4978-9DA0-A52EF7A03CB8}" type="parTrans" cxnId="{ECBCE26C-1038-4B44-92C9-A8107D215C83}">
      <dgm:prSet/>
      <dgm:spPr/>
      <dgm:t>
        <a:bodyPr/>
        <a:lstStyle/>
        <a:p>
          <a:endParaRPr lang="en-GB"/>
        </a:p>
      </dgm:t>
    </dgm:pt>
    <dgm:pt modelId="{48F338CE-2BBE-4F07-9C50-F9784205B72D}" type="sibTrans" cxnId="{ECBCE26C-1038-4B44-92C9-A8107D215C83}">
      <dgm:prSet/>
      <dgm:spPr/>
      <dgm:t>
        <a:bodyPr/>
        <a:lstStyle/>
        <a:p>
          <a:endParaRPr lang="en-GB"/>
        </a:p>
      </dgm:t>
    </dgm:pt>
    <dgm:pt modelId="{5CBFCA59-2D7D-4CDF-BA46-7AA708F966E8}" type="pres">
      <dgm:prSet presAssocID="{171D464A-1EF3-4BE5-B7E3-1172494E1DBA}" presName="Name0" presStyleCnt="0">
        <dgm:presLayoutVars>
          <dgm:dir/>
          <dgm:animLvl val="lvl"/>
          <dgm:resizeHandles val="exact"/>
        </dgm:presLayoutVars>
      </dgm:prSet>
      <dgm:spPr/>
    </dgm:pt>
    <dgm:pt modelId="{B18085F8-0435-4A2A-A7CC-2B608997824C}" type="pres">
      <dgm:prSet presAssocID="{1BDCF335-0F27-4E4A-9297-EDA240085063}" presName="linNode" presStyleCnt="0"/>
      <dgm:spPr/>
    </dgm:pt>
    <dgm:pt modelId="{B9A0811A-4F46-4D68-8C28-24E52A480471}" type="pres">
      <dgm:prSet presAssocID="{1BDCF335-0F27-4E4A-9297-EDA240085063}" presName="parentText" presStyleLbl="node1" presStyleIdx="0" presStyleCnt="1">
        <dgm:presLayoutVars>
          <dgm:chMax val="1"/>
          <dgm:bulletEnabled val="1"/>
        </dgm:presLayoutVars>
      </dgm:prSet>
      <dgm:spPr/>
    </dgm:pt>
    <dgm:pt modelId="{C9211FE0-4154-446A-A28A-331E0ECFDE42}" type="pres">
      <dgm:prSet presAssocID="{1BDCF335-0F27-4E4A-9297-EDA240085063}" presName="descendantText" presStyleLbl="alignAccFollowNode1" presStyleIdx="0" presStyleCnt="1">
        <dgm:presLayoutVars>
          <dgm:bulletEnabled val="1"/>
        </dgm:presLayoutVars>
      </dgm:prSet>
      <dgm:spPr/>
    </dgm:pt>
  </dgm:ptLst>
  <dgm:cxnLst>
    <dgm:cxn modelId="{5956870E-0310-4CCD-9E67-BF3660C21A1A}" srcId="{1BDCF335-0F27-4E4A-9297-EDA240085063}" destId="{96FE9A58-275F-4B82-8A52-7B85E339E11D}" srcOrd="0" destOrd="0" parTransId="{2F585297-6A0E-43B1-BB66-6D3BC17B24EB}" sibTransId="{A6E228F6-5B43-4C34-9EAE-73655DDDBABC}"/>
    <dgm:cxn modelId="{731A2824-580C-4B22-B245-78C141B362B4}" srcId="{1BDCF335-0F27-4E4A-9297-EDA240085063}" destId="{A2CC5F7B-2936-4AAE-8EED-E403826E1D32}" srcOrd="2" destOrd="0" parTransId="{EFBC343E-A505-45F8-AB4C-29A2C8DC5593}" sibTransId="{D5D5035D-8F69-46B6-891A-35FFE9371C6F}"/>
    <dgm:cxn modelId="{2F8C3F25-BD89-4B14-B852-77E39B93BCA2}" type="presOf" srcId="{96FE9A58-275F-4B82-8A52-7B85E339E11D}" destId="{C9211FE0-4154-446A-A28A-331E0ECFDE42}" srcOrd="0" destOrd="0" presId="urn:microsoft.com/office/officeart/2005/8/layout/vList5"/>
    <dgm:cxn modelId="{8EB74227-13E6-4347-A529-254AE5F03B7C}" srcId="{171D464A-1EF3-4BE5-B7E3-1172494E1DBA}" destId="{1BDCF335-0F27-4E4A-9297-EDA240085063}" srcOrd="0" destOrd="0" parTransId="{9130BD5B-71C4-4D56-A6B5-48A0BDBB7B6D}" sibTransId="{9FC29879-E5A9-496A-93AA-180EB5FBC971}"/>
    <dgm:cxn modelId="{9F13AC2A-645B-4F6E-B108-168109447914}" type="presOf" srcId="{FCC1DBA7-E9EA-42F8-BBBE-1D0F8B4411CD}" destId="{C9211FE0-4154-446A-A28A-331E0ECFDE42}" srcOrd="0" destOrd="3" presId="urn:microsoft.com/office/officeart/2005/8/layout/vList5"/>
    <dgm:cxn modelId="{2FE4C13A-0F47-4774-87DC-9072214E3024}" type="presOf" srcId="{1BDCF335-0F27-4E4A-9297-EDA240085063}" destId="{B9A0811A-4F46-4D68-8C28-24E52A480471}" srcOrd="0" destOrd="0" presId="urn:microsoft.com/office/officeart/2005/8/layout/vList5"/>
    <dgm:cxn modelId="{858DE342-8300-49D8-AC7F-AF7357DFCB7E}" srcId="{1BDCF335-0F27-4E4A-9297-EDA240085063}" destId="{260B88D0-9E78-489F-A097-0243FF2384A5}" srcOrd="1" destOrd="0" parTransId="{B061C645-CF95-4826-9173-5A772F0274BF}" sibTransId="{5FEDA201-5725-47A5-B6F2-747F63EB8918}"/>
    <dgm:cxn modelId="{ECBCE26C-1038-4B44-92C9-A8107D215C83}" srcId="{1BDCF335-0F27-4E4A-9297-EDA240085063}" destId="{FCC1DBA7-E9EA-42F8-BBBE-1D0F8B4411CD}" srcOrd="3" destOrd="0" parTransId="{BE04C247-9566-4978-9DA0-A52EF7A03CB8}" sibTransId="{48F338CE-2BBE-4F07-9C50-F9784205B72D}"/>
    <dgm:cxn modelId="{CD909CD6-D083-4F6E-96C9-37946661FBD4}" type="presOf" srcId="{171D464A-1EF3-4BE5-B7E3-1172494E1DBA}" destId="{5CBFCA59-2D7D-4CDF-BA46-7AA708F966E8}" srcOrd="0" destOrd="0" presId="urn:microsoft.com/office/officeart/2005/8/layout/vList5"/>
    <dgm:cxn modelId="{182C32F2-9EEC-4694-B734-126F55468B38}" type="presOf" srcId="{A2CC5F7B-2936-4AAE-8EED-E403826E1D32}" destId="{C9211FE0-4154-446A-A28A-331E0ECFDE42}" srcOrd="0" destOrd="2" presId="urn:microsoft.com/office/officeart/2005/8/layout/vList5"/>
    <dgm:cxn modelId="{F8B960F2-5312-4B03-ABE9-F40653CCCDE1}" type="presOf" srcId="{260B88D0-9E78-489F-A097-0243FF2384A5}" destId="{C9211FE0-4154-446A-A28A-331E0ECFDE42}" srcOrd="0" destOrd="1" presId="urn:microsoft.com/office/officeart/2005/8/layout/vList5"/>
    <dgm:cxn modelId="{3D820DEC-9AFA-4BF6-9277-10C01C01DA99}" type="presParOf" srcId="{5CBFCA59-2D7D-4CDF-BA46-7AA708F966E8}" destId="{B18085F8-0435-4A2A-A7CC-2B608997824C}" srcOrd="0" destOrd="0" presId="urn:microsoft.com/office/officeart/2005/8/layout/vList5"/>
    <dgm:cxn modelId="{72664700-F5E6-4CB2-9236-9EEC410B92FC}" type="presParOf" srcId="{B18085F8-0435-4A2A-A7CC-2B608997824C}" destId="{B9A0811A-4F46-4D68-8C28-24E52A480471}" srcOrd="0" destOrd="0" presId="urn:microsoft.com/office/officeart/2005/8/layout/vList5"/>
    <dgm:cxn modelId="{043CEA10-8D4E-4BF8-BD6E-C0ADA9768F0E}" type="presParOf" srcId="{B18085F8-0435-4A2A-A7CC-2B608997824C}" destId="{C9211FE0-4154-446A-A28A-331E0ECFDE4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C81771A-8328-421B-8862-87D7EE84443F}"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GB"/>
        </a:p>
      </dgm:t>
    </dgm:pt>
    <dgm:pt modelId="{1BCCC602-107C-4A95-A064-99785EF438A0}">
      <dgm:prSet/>
      <dgm:spPr/>
      <dgm:t>
        <a:bodyPr/>
        <a:lstStyle/>
        <a:p>
          <a:r>
            <a:rPr lang="nl-NL" b="0"/>
            <a:t>Achtergrond van de auteurs</a:t>
          </a:r>
          <a:endParaRPr lang="nl-NL"/>
        </a:p>
      </dgm:t>
    </dgm:pt>
    <dgm:pt modelId="{7747A0EE-422E-4239-A206-9A27F82122AA}" type="parTrans" cxnId="{D2C6E57A-ABCB-4569-943F-6B1B4D1CE063}">
      <dgm:prSet/>
      <dgm:spPr/>
      <dgm:t>
        <a:bodyPr/>
        <a:lstStyle/>
        <a:p>
          <a:endParaRPr lang="en-GB"/>
        </a:p>
      </dgm:t>
    </dgm:pt>
    <dgm:pt modelId="{30FD4CA0-8646-484A-B2DD-F208838640DE}" type="sibTrans" cxnId="{D2C6E57A-ABCB-4569-943F-6B1B4D1CE063}">
      <dgm:prSet/>
      <dgm:spPr/>
      <dgm:t>
        <a:bodyPr/>
        <a:lstStyle/>
        <a:p>
          <a:endParaRPr lang="en-GB"/>
        </a:p>
      </dgm:t>
    </dgm:pt>
    <dgm:pt modelId="{16379894-EA4C-47EA-81FF-603DBC8FE08B}">
      <dgm:prSet/>
      <dgm:spPr/>
      <dgm:t>
        <a:bodyPr/>
        <a:lstStyle/>
        <a:p>
          <a:r>
            <a:rPr lang="nl-NL" b="0"/>
            <a:t>Affiliatie van de auteurs</a:t>
          </a:r>
          <a:endParaRPr lang="nl-NL"/>
        </a:p>
      </dgm:t>
    </dgm:pt>
    <dgm:pt modelId="{440D5508-A7E1-4F18-A3FD-DF66B3B94BC7}" type="parTrans" cxnId="{AEF55CBF-3F5B-4DD8-B6AD-A243E21906D5}">
      <dgm:prSet/>
      <dgm:spPr/>
      <dgm:t>
        <a:bodyPr/>
        <a:lstStyle/>
        <a:p>
          <a:endParaRPr lang="en-GB"/>
        </a:p>
      </dgm:t>
    </dgm:pt>
    <dgm:pt modelId="{80D1E48E-4891-45DE-9B98-CA8318BA2F12}" type="sibTrans" cxnId="{AEF55CBF-3F5B-4DD8-B6AD-A243E21906D5}">
      <dgm:prSet/>
      <dgm:spPr/>
      <dgm:t>
        <a:bodyPr/>
        <a:lstStyle/>
        <a:p>
          <a:endParaRPr lang="en-GB"/>
        </a:p>
      </dgm:t>
    </dgm:pt>
    <dgm:pt modelId="{BEB8DAEF-4934-49E0-8020-A5F9C04C545C}">
      <dgm:prSet/>
      <dgm:spPr/>
      <dgm:t>
        <a:bodyPr/>
        <a:lstStyle/>
        <a:p>
          <a:r>
            <a:rPr lang="nl-NL" b="0"/>
            <a:t>Kwaliteit van publicaties gebaseerd op de dataset</a:t>
          </a:r>
          <a:endParaRPr lang="nl-NL"/>
        </a:p>
      </dgm:t>
    </dgm:pt>
    <dgm:pt modelId="{8D791BBC-A6F3-4447-9F35-1EC598C03D6D}" type="parTrans" cxnId="{F1AFE30D-652F-4921-B7A9-4124EFA98ED2}">
      <dgm:prSet/>
      <dgm:spPr/>
      <dgm:t>
        <a:bodyPr/>
        <a:lstStyle/>
        <a:p>
          <a:endParaRPr lang="en-GB"/>
        </a:p>
      </dgm:t>
    </dgm:pt>
    <dgm:pt modelId="{8EC22C80-AF46-4B24-8397-113D6587A461}" type="sibTrans" cxnId="{F1AFE30D-652F-4921-B7A9-4124EFA98ED2}">
      <dgm:prSet/>
      <dgm:spPr/>
      <dgm:t>
        <a:bodyPr/>
        <a:lstStyle/>
        <a:p>
          <a:endParaRPr lang="en-GB"/>
        </a:p>
      </dgm:t>
    </dgm:pt>
    <dgm:pt modelId="{F5DA7E58-AB5B-454C-B21B-9DE077E967AE}">
      <dgm:prSet/>
      <dgm:spPr/>
      <dgm:t>
        <a:bodyPr/>
        <a:lstStyle/>
        <a:p>
          <a:r>
            <a:rPr lang="nl-NL" b="0"/>
            <a:t>Kwaliteit van data repository</a:t>
          </a:r>
          <a:endParaRPr lang="nl-NL"/>
        </a:p>
      </dgm:t>
    </dgm:pt>
    <dgm:pt modelId="{D3FE4D1F-9C61-4938-9A7C-48F98EE35129}" type="parTrans" cxnId="{BDB474B9-BCEE-4F70-A0D7-48C104729EE5}">
      <dgm:prSet/>
      <dgm:spPr/>
      <dgm:t>
        <a:bodyPr/>
        <a:lstStyle/>
        <a:p>
          <a:endParaRPr lang="en-GB"/>
        </a:p>
      </dgm:t>
    </dgm:pt>
    <dgm:pt modelId="{CD926563-42DC-4946-B2F3-DF5C26CCE8EF}" type="sibTrans" cxnId="{BDB474B9-BCEE-4F70-A0D7-48C104729EE5}">
      <dgm:prSet/>
      <dgm:spPr/>
      <dgm:t>
        <a:bodyPr/>
        <a:lstStyle/>
        <a:p>
          <a:endParaRPr lang="en-GB"/>
        </a:p>
      </dgm:t>
    </dgm:pt>
    <dgm:pt modelId="{CB778018-6017-4168-8A01-13D7F1503BE7}">
      <dgm:prSet/>
      <dgm:spPr/>
      <dgm:t>
        <a:bodyPr/>
        <a:lstStyle/>
        <a:p>
          <a:r>
            <a:rPr lang="nl-NL" b="0" dirty="0"/>
            <a:t>Kwaliteit van metadata, read.me, datadocumentatie</a:t>
          </a:r>
          <a:endParaRPr lang="nl-NL" dirty="0"/>
        </a:p>
      </dgm:t>
    </dgm:pt>
    <dgm:pt modelId="{E37432C6-8D4D-429A-A6A9-CAEAF0FD6AA2}" type="parTrans" cxnId="{E74D7D6B-AF74-4641-B76E-78F8FC0A70F7}">
      <dgm:prSet/>
      <dgm:spPr/>
      <dgm:t>
        <a:bodyPr/>
        <a:lstStyle/>
        <a:p>
          <a:endParaRPr lang="en-GB"/>
        </a:p>
      </dgm:t>
    </dgm:pt>
    <dgm:pt modelId="{875764D5-08BD-45DF-B4C9-0B62053CE6E4}" type="sibTrans" cxnId="{E74D7D6B-AF74-4641-B76E-78F8FC0A70F7}">
      <dgm:prSet/>
      <dgm:spPr/>
      <dgm:t>
        <a:bodyPr/>
        <a:lstStyle/>
        <a:p>
          <a:endParaRPr lang="en-GB"/>
        </a:p>
      </dgm:t>
    </dgm:pt>
    <dgm:pt modelId="{127906D5-3F7E-4874-814B-548876B4D53C}">
      <dgm:prSet/>
      <dgm:spPr/>
      <dgm:t>
        <a:bodyPr/>
        <a:lstStyle/>
        <a:p>
          <a:r>
            <a:rPr lang="nl-NL" b="0"/>
            <a:t>Naleven van wetgeving</a:t>
          </a:r>
          <a:endParaRPr lang="nl-NL"/>
        </a:p>
      </dgm:t>
    </dgm:pt>
    <dgm:pt modelId="{63B5C847-250A-4FC5-AAE0-66DCFB515AC0}" type="parTrans" cxnId="{DF45838F-7E75-451A-B1F3-C4F4663F96FF}">
      <dgm:prSet/>
      <dgm:spPr/>
      <dgm:t>
        <a:bodyPr/>
        <a:lstStyle/>
        <a:p>
          <a:endParaRPr lang="en-GB"/>
        </a:p>
      </dgm:t>
    </dgm:pt>
    <dgm:pt modelId="{76B4ED57-49E4-4853-B5D0-FBC9263556E7}" type="sibTrans" cxnId="{DF45838F-7E75-451A-B1F3-C4F4663F96FF}">
      <dgm:prSet/>
      <dgm:spPr/>
      <dgm:t>
        <a:bodyPr/>
        <a:lstStyle/>
        <a:p>
          <a:endParaRPr lang="en-GB"/>
        </a:p>
      </dgm:t>
    </dgm:pt>
    <dgm:pt modelId="{9B678949-CAF6-4124-AFA9-9325F8AE1919}" type="pres">
      <dgm:prSet presAssocID="{3C81771A-8328-421B-8862-87D7EE84443F}" presName="linear" presStyleCnt="0">
        <dgm:presLayoutVars>
          <dgm:animLvl val="lvl"/>
          <dgm:resizeHandles val="exact"/>
        </dgm:presLayoutVars>
      </dgm:prSet>
      <dgm:spPr/>
    </dgm:pt>
    <dgm:pt modelId="{BC8717A3-A115-4D2A-A650-EA37125C64F4}" type="pres">
      <dgm:prSet presAssocID="{1BCCC602-107C-4A95-A064-99785EF438A0}" presName="parentText" presStyleLbl="node1" presStyleIdx="0" presStyleCnt="6">
        <dgm:presLayoutVars>
          <dgm:chMax val="0"/>
          <dgm:bulletEnabled val="1"/>
        </dgm:presLayoutVars>
      </dgm:prSet>
      <dgm:spPr/>
    </dgm:pt>
    <dgm:pt modelId="{C4B2D86B-1CC3-4AF6-A4E7-EF6CDCA4D4CC}" type="pres">
      <dgm:prSet presAssocID="{30FD4CA0-8646-484A-B2DD-F208838640DE}" presName="spacer" presStyleCnt="0"/>
      <dgm:spPr/>
    </dgm:pt>
    <dgm:pt modelId="{92584C8A-1957-41C3-B7F3-E936C4785396}" type="pres">
      <dgm:prSet presAssocID="{16379894-EA4C-47EA-81FF-603DBC8FE08B}" presName="parentText" presStyleLbl="node1" presStyleIdx="1" presStyleCnt="6">
        <dgm:presLayoutVars>
          <dgm:chMax val="0"/>
          <dgm:bulletEnabled val="1"/>
        </dgm:presLayoutVars>
      </dgm:prSet>
      <dgm:spPr/>
    </dgm:pt>
    <dgm:pt modelId="{393BDFD1-D680-4B9F-B3DE-7757FEBC6C31}" type="pres">
      <dgm:prSet presAssocID="{80D1E48E-4891-45DE-9B98-CA8318BA2F12}" presName="spacer" presStyleCnt="0"/>
      <dgm:spPr/>
    </dgm:pt>
    <dgm:pt modelId="{7875882B-8B04-4801-97BB-7E941179AE58}" type="pres">
      <dgm:prSet presAssocID="{BEB8DAEF-4934-49E0-8020-A5F9C04C545C}" presName="parentText" presStyleLbl="node1" presStyleIdx="2" presStyleCnt="6">
        <dgm:presLayoutVars>
          <dgm:chMax val="0"/>
          <dgm:bulletEnabled val="1"/>
        </dgm:presLayoutVars>
      </dgm:prSet>
      <dgm:spPr/>
    </dgm:pt>
    <dgm:pt modelId="{46BA90B0-5303-443A-83BE-94FBF8A30C30}" type="pres">
      <dgm:prSet presAssocID="{8EC22C80-AF46-4B24-8397-113D6587A461}" presName="spacer" presStyleCnt="0"/>
      <dgm:spPr/>
    </dgm:pt>
    <dgm:pt modelId="{5ED3D5F2-C3F4-42A9-AC3F-AD9F0B69DCC2}" type="pres">
      <dgm:prSet presAssocID="{F5DA7E58-AB5B-454C-B21B-9DE077E967AE}" presName="parentText" presStyleLbl="node1" presStyleIdx="3" presStyleCnt="6">
        <dgm:presLayoutVars>
          <dgm:chMax val="0"/>
          <dgm:bulletEnabled val="1"/>
        </dgm:presLayoutVars>
      </dgm:prSet>
      <dgm:spPr/>
    </dgm:pt>
    <dgm:pt modelId="{A8567F5B-E853-47D9-8DB9-2053D3077D7D}" type="pres">
      <dgm:prSet presAssocID="{CD926563-42DC-4946-B2F3-DF5C26CCE8EF}" presName="spacer" presStyleCnt="0"/>
      <dgm:spPr/>
    </dgm:pt>
    <dgm:pt modelId="{009D078E-D17C-4933-8B6F-8FC678D552A4}" type="pres">
      <dgm:prSet presAssocID="{CB778018-6017-4168-8A01-13D7F1503BE7}" presName="parentText" presStyleLbl="node1" presStyleIdx="4" presStyleCnt="6">
        <dgm:presLayoutVars>
          <dgm:chMax val="0"/>
          <dgm:bulletEnabled val="1"/>
        </dgm:presLayoutVars>
      </dgm:prSet>
      <dgm:spPr/>
    </dgm:pt>
    <dgm:pt modelId="{E0A9F399-08CB-4812-BD6D-9B1522505D2A}" type="pres">
      <dgm:prSet presAssocID="{875764D5-08BD-45DF-B4C9-0B62053CE6E4}" presName="spacer" presStyleCnt="0"/>
      <dgm:spPr/>
    </dgm:pt>
    <dgm:pt modelId="{A8257656-EC63-4091-BA58-7F0C441D01F7}" type="pres">
      <dgm:prSet presAssocID="{127906D5-3F7E-4874-814B-548876B4D53C}" presName="parentText" presStyleLbl="node1" presStyleIdx="5" presStyleCnt="6">
        <dgm:presLayoutVars>
          <dgm:chMax val="0"/>
          <dgm:bulletEnabled val="1"/>
        </dgm:presLayoutVars>
      </dgm:prSet>
      <dgm:spPr/>
    </dgm:pt>
  </dgm:ptLst>
  <dgm:cxnLst>
    <dgm:cxn modelId="{F1AFE30D-652F-4921-B7A9-4124EFA98ED2}" srcId="{3C81771A-8328-421B-8862-87D7EE84443F}" destId="{BEB8DAEF-4934-49E0-8020-A5F9C04C545C}" srcOrd="2" destOrd="0" parTransId="{8D791BBC-A6F3-4447-9F35-1EC598C03D6D}" sibTransId="{8EC22C80-AF46-4B24-8397-113D6587A461}"/>
    <dgm:cxn modelId="{CF5E635E-4CBB-4683-ABB0-F7C5E077E9E0}" type="presOf" srcId="{1BCCC602-107C-4A95-A064-99785EF438A0}" destId="{BC8717A3-A115-4D2A-A650-EA37125C64F4}" srcOrd="0" destOrd="0" presId="urn:microsoft.com/office/officeart/2005/8/layout/vList2"/>
    <dgm:cxn modelId="{9F16C662-C17C-4CF7-B592-12D24354B86C}" type="presOf" srcId="{CB778018-6017-4168-8A01-13D7F1503BE7}" destId="{009D078E-D17C-4933-8B6F-8FC678D552A4}" srcOrd="0" destOrd="0" presId="urn:microsoft.com/office/officeart/2005/8/layout/vList2"/>
    <dgm:cxn modelId="{67194A4A-D70F-47C5-81D3-6BCCDFC2C462}" type="presOf" srcId="{F5DA7E58-AB5B-454C-B21B-9DE077E967AE}" destId="{5ED3D5F2-C3F4-42A9-AC3F-AD9F0B69DCC2}" srcOrd="0" destOrd="0" presId="urn:microsoft.com/office/officeart/2005/8/layout/vList2"/>
    <dgm:cxn modelId="{E74D7D6B-AF74-4641-B76E-78F8FC0A70F7}" srcId="{3C81771A-8328-421B-8862-87D7EE84443F}" destId="{CB778018-6017-4168-8A01-13D7F1503BE7}" srcOrd="4" destOrd="0" parTransId="{E37432C6-8D4D-429A-A6A9-CAEAF0FD6AA2}" sibTransId="{875764D5-08BD-45DF-B4C9-0B62053CE6E4}"/>
    <dgm:cxn modelId="{D2C6E57A-ABCB-4569-943F-6B1B4D1CE063}" srcId="{3C81771A-8328-421B-8862-87D7EE84443F}" destId="{1BCCC602-107C-4A95-A064-99785EF438A0}" srcOrd="0" destOrd="0" parTransId="{7747A0EE-422E-4239-A206-9A27F82122AA}" sibTransId="{30FD4CA0-8646-484A-B2DD-F208838640DE}"/>
    <dgm:cxn modelId="{0B5B758D-C395-47F5-B809-7E7E61C874E7}" type="presOf" srcId="{BEB8DAEF-4934-49E0-8020-A5F9C04C545C}" destId="{7875882B-8B04-4801-97BB-7E941179AE58}" srcOrd="0" destOrd="0" presId="urn:microsoft.com/office/officeart/2005/8/layout/vList2"/>
    <dgm:cxn modelId="{DF45838F-7E75-451A-B1F3-C4F4663F96FF}" srcId="{3C81771A-8328-421B-8862-87D7EE84443F}" destId="{127906D5-3F7E-4874-814B-548876B4D53C}" srcOrd="5" destOrd="0" parTransId="{63B5C847-250A-4FC5-AAE0-66DCFB515AC0}" sibTransId="{76B4ED57-49E4-4853-B5D0-FBC9263556E7}"/>
    <dgm:cxn modelId="{F41EC890-5D9A-46EF-839F-8F0680C48316}" type="presOf" srcId="{16379894-EA4C-47EA-81FF-603DBC8FE08B}" destId="{92584C8A-1957-41C3-B7F3-E936C4785396}" srcOrd="0" destOrd="0" presId="urn:microsoft.com/office/officeart/2005/8/layout/vList2"/>
    <dgm:cxn modelId="{298FFBB8-12FD-4565-88C6-51B2F34823BB}" type="presOf" srcId="{127906D5-3F7E-4874-814B-548876B4D53C}" destId="{A8257656-EC63-4091-BA58-7F0C441D01F7}" srcOrd="0" destOrd="0" presId="urn:microsoft.com/office/officeart/2005/8/layout/vList2"/>
    <dgm:cxn modelId="{BDB474B9-BCEE-4F70-A0D7-48C104729EE5}" srcId="{3C81771A-8328-421B-8862-87D7EE84443F}" destId="{F5DA7E58-AB5B-454C-B21B-9DE077E967AE}" srcOrd="3" destOrd="0" parTransId="{D3FE4D1F-9C61-4938-9A7C-48F98EE35129}" sibTransId="{CD926563-42DC-4946-B2F3-DF5C26CCE8EF}"/>
    <dgm:cxn modelId="{AEF55CBF-3F5B-4DD8-B6AD-A243E21906D5}" srcId="{3C81771A-8328-421B-8862-87D7EE84443F}" destId="{16379894-EA4C-47EA-81FF-603DBC8FE08B}" srcOrd="1" destOrd="0" parTransId="{440D5508-A7E1-4F18-A3FD-DF66B3B94BC7}" sibTransId="{80D1E48E-4891-45DE-9B98-CA8318BA2F12}"/>
    <dgm:cxn modelId="{25E3A0CB-8DA5-4CB0-BDE7-302A835514CB}" type="presOf" srcId="{3C81771A-8328-421B-8862-87D7EE84443F}" destId="{9B678949-CAF6-4124-AFA9-9325F8AE1919}" srcOrd="0" destOrd="0" presId="urn:microsoft.com/office/officeart/2005/8/layout/vList2"/>
    <dgm:cxn modelId="{A22F5257-5871-4670-9A81-C6100C9BEF04}" type="presParOf" srcId="{9B678949-CAF6-4124-AFA9-9325F8AE1919}" destId="{BC8717A3-A115-4D2A-A650-EA37125C64F4}" srcOrd="0" destOrd="0" presId="urn:microsoft.com/office/officeart/2005/8/layout/vList2"/>
    <dgm:cxn modelId="{F1F1A442-65C6-477C-82E3-346D96722069}" type="presParOf" srcId="{9B678949-CAF6-4124-AFA9-9325F8AE1919}" destId="{C4B2D86B-1CC3-4AF6-A4E7-EF6CDCA4D4CC}" srcOrd="1" destOrd="0" presId="urn:microsoft.com/office/officeart/2005/8/layout/vList2"/>
    <dgm:cxn modelId="{E9265605-1F9F-45E7-B79D-15B6009E9364}" type="presParOf" srcId="{9B678949-CAF6-4124-AFA9-9325F8AE1919}" destId="{92584C8A-1957-41C3-B7F3-E936C4785396}" srcOrd="2" destOrd="0" presId="urn:microsoft.com/office/officeart/2005/8/layout/vList2"/>
    <dgm:cxn modelId="{11D1DB2A-7315-4C18-BA7F-2F901B5000A7}" type="presParOf" srcId="{9B678949-CAF6-4124-AFA9-9325F8AE1919}" destId="{393BDFD1-D680-4B9F-B3DE-7757FEBC6C31}" srcOrd="3" destOrd="0" presId="urn:microsoft.com/office/officeart/2005/8/layout/vList2"/>
    <dgm:cxn modelId="{E225E182-0430-4EE7-B3A1-D03E29659702}" type="presParOf" srcId="{9B678949-CAF6-4124-AFA9-9325F8AE1919}" destId="{7875882B-8B04-4801-97BB-7E941179AE58}" srcOrd="4" destOrd="0" presId="urn:microsoft.com/office/officeart/2005/8/layout/vList2"/>
    <dgm:cxn modelId="{A791A8FB-FA8C-41E5-A7BB-2D791C273448}" type="presParOf" srcId="{9B678949-CAF6-4124-AFA9-9325F8AE1919}" destId="{46BA90B0-5303-443A-83BE-94FBF8A30C30}" srcOrd="5" destOrd="0" presId="urn:microsoft.com/office/officeart/2005/8/layout/vList2"/>
    <dgm:cxn modelId="{86A65769-B7D4-4B71-BFF1-EB57FF251CFC}" type="presParOf" srcId="{9B678949-CAF6-4124-AFA9-9325F8AE1919}" destId="{5ED3D5F2-C3F4-42A9-AC3F-AD9F0B69DCC2}" srcOrd="6" destOrd="0" presId="urn:microsoft.com/office/officeart/2005/8/layout/vList2"/>
    <dgm:cxn modelId="{26B8042C-3F86-4B04-BCE2-ED02E454228C}" type="presParOf" srcId="{9B678949-CAF6-4124-AFA9-9325F8AE1919}" destId="{A8567F5B-E853-47D9-8DB9-2053D3077D7D}" srcOrd="7" destOrd="0" presId="urn:microsoft.com/office/officeart/2005/8/layout/vList2"/>
    <dgm:cxn modelId="{FC63429C-BD49-4318-8DFC-C43A24547848}" type="presParOf" srcId="{9B678949-CAF6-4124-AFA9-9325F8AE1919}" destId="{009D078E-D17C-4933-8B6F-8FC678D552A4}" srcOrd="8" destOrd="0" presId="urn:microsoft.com/office/officeart/2005/8/layout/vList2"/>
    <dgm:cxn modelId="{CB10BA09-651E-4594-8D42-E93A4C2B1933}" type="presParOf" srcId="{9B678949-CAF6-4124-AFA9-9325F8AE1919}" destId="{E0A9F399-08CB-4812-BD6D-9B1522505D2A}" srcOrd="9" destOrd="0" presId="urn:microsoft.com/office/officeart/2005/8/layout/vList2"/>
    <dgm:cxn modelId="{781EBD62-CE5A-4725-B81C-0DE86F1A0AEA}" type="presParOf" srcId="{9B678949-CAF6-4124-AFA9-9325F8AE1919}" destId="{A8257656-EC63-4091-BA58-7F0C441D01F7}"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C0BF1E6-7343-40A0-B0D9-7FBF92D410BA}" type="doc">
      <dgm:prSet loTypeId="urn:microsoft.com/office/officeart/2005/8/layout/vList5" loCatId="list" qsTypeId="urn:microsoft.com/office/officeart/2005/8/quickstyle/3d1" qsCatId="3D" csTypeId="urn:microsoft.com/office/officeart/2005/8/colors/accent1_2" csCatId="accent1"/>
      <dgm:spPr/>
      <dgm:t>
        <a:bodyPr/>
        <a:lstStyle/>
        <a:p>
          <a:endParaRPr lang="en-GB"/>
        </a:p>
      </dgm:t>
    </dgm:pt>
    <dgm:pt modelId="{1127CEF2-0E05-43A8-B142-72EF08D49033}">
      <dgm:prSet custT="1"/>
      <dgm:spPr/>
      <dgm:t>
        <a:bodyPr/>
        <a:lstStyle/>
        <a:p>
          <a:r>
            <a:rPr lang="nl-NL" sz="5400" dirty="0"/>
            <a:t>Citeren van data</a:t>
          </a:r>
        </a:p>
      </dgm:t>
    </dgm:pt>
    <dgm:pt modelId="{EE653D7D-7227-4F0E-B6E3-08765B78C2CD}" type="parTrans" cxnId="{51346092-6642-4E2B-8EDD-83E5BD57EB8B}">
      <dgm:prSet/>
      <dgm:spPr/>
      <dgm:t>
        <a:bodyPr/>
        <a:lstStyle/>
        <a:p>
          <a:endParaRPr lang="en-GB"/>
        </a:p>
      </dgm:t>
    </dgm:pt>
    <dgm:pt modelId="{D3595321-45EE-44C4-A243-86EDB5CA60A5}" type="sibTrans" cxnId="{51346092-6642-4E2B-8EDD-83E5BD57EB8B}">
      <dgm:prSet/>
      <dgm:spPr/>
      <dgm:t>
        <a:bodyPr/>
        <a:lstStyle/>
        <a:p>
          <a:endParaRPr lang="en-GB"/>
        </a:p>
      </dgm:t>
    </dgm:pt>
    <dgm:pt modelId="{86E78D70-C919-47FB-AE11-614A4F03D59A}">
      <dgm:prSet/>
      <dgm:spPr/>
      <dgm:t>
        <a:bodyPr/>
        <a:lstStyle/>
        <a:p>
          <a:r>
            <a:rPr lang="nl-NL" b="0"/>
            <a:t>Datarepositories bieden vaak datacitatie voorbeelden</a:t>
          </a:r>
          <a:endParaRPr lang="nl-NL"/>
        </a:p>
      </dgm:t>
    </dgm:pt>
    <dgm:pt modelId="{2FD9B5D3-FEA1-41BF-BE00-667E309CA114}" type="parTrans" cxnId="{85C43270-CAAA-460B-A7D2-87C8CB97A4FD}">
      <dgm:prSet/>
      <dgm:spPr/>
      <dgm:t>
        <a:bodyPr/>
        <a:lstStyle/>
        <a:p>
          <a:endParaRPr lang="en-GB"/>
        </a:p>
      </dgm:t>
    </dgm:pt>
    <dgm:pt modelId="{E2780502-D713-4D36-823B-8C8ECA5B6D3A}" type="sibTrans" cxnId="{85C43270-CAAA-460B-A7D2-87C8CB97A4FD}">
      <dgm:prSet/>
      <dgm:spPr/>
      <dgm:t>
        <a:bodyPr/>
        <a:lstStyle/>
        <a:p>
          <a:endParaRPr lang="en-GB"/>
        </a:p>
      </dgm:t>
    </dgm:pt>
    <dgm:pt modelId="{000AE00C-FDE3-452A-9A51-0402669CC71C}">
      <dgm:prSet/>
      <dgm:spPr/>
      <dgm:t>
        <a:bodyPr/>
        <a:lstStyle/>
        <a:p>
          <a:r>
            <a:rPr lang="nl-NL" b="0"/>
            <a:t>Citeer de data volgens de regels van citatiestijl die je gebruikt in je artikel</a:t>
          </a:r>
          <a:endParaRPr lang="nl-NL"/>
        </a:p>
      </dgm:t>
    </dgm:pt>
    <dgm:pt modelId="{16FD3F00-F21B-4D44-A6E0-A7BA8FD72EBD}" type="parTrans" cxnId="{60D82640-9184-47B9-B658-AA22116CCCFF}">
      <dgm:prSet/>
      <dgm:spPr/>
      <dgm:t>
        <a:bodyPr/>
        <a:lstStyle/>
        <a:p>
          <a:endParaRPr lang="en-GB"/>
        </a:p>
      </dgm:t>
    </dgm:pt>
    <dgm:pt modelId="{4A2EB7AB-A4B0-42C5-AEB0-B625A2B8419E}" type="sibTrans" cxnId="{60D82640-9184-47B9-B658-AA22116CCCFF}">
      <dgm:prSet/>
      <dgm:spPr/>
      <dgm:t>
        <a:bodyPr/>
        <a:lstStyle/>
        <a:p>
          <a:endParaRPr lang="en-GB"/>
        </a:p>
      </dgm:t>
    </dgm:pt>
    <dgm:pt modelId="{877EDD1E-2801-4659-8D2C-BE8C9F9D8246}">
      <dgm:prSet/>
      <dgm:spPr/>
      <dgm:t>
        <a:bodyPr/>
        <a:lstStyle/>
        <a:p>
          <a:r>
            <a:rPr lang="nl-NL" b="0"/>
            <a:t>Controleer de vereisten van het tijdschrift waarin je gaat publiceren </a:t>
          </a:r>
          <a:endParaRPr lang="nl-NL"/>
        </a:p>
      </dgm:t>
    </dgm:pt>
    <dgm:pt modelId="{D74473E2-C2BA-496D-A2AF-00DE1DF2BC55}" type="parTrans" cxnId="{285D383B-6587-4C36-BDAC-67668D59C328}">
      <dgm:prSet/>
      <dgm:spPr/>
      <dgm:t>
        <a:bodyPr/>
        <a:lstStyle/>
        <a:p>
          <a:endParaRPr lang="en-GB"/>
        </a:p>
      </dgm:t>
    </dgm:pt>
    <dgm:pt modelId="{60C7057B-74C3-4DDE-9EE0-7FFACE8301CA}" type="sibTrans" cxnId="{285D383B-6587-4C36-BDAC-67668D59C328}">
      <dgm:prSet/>
      <dgm:spPr/>
      <dgm:t>
        <a:bodyPr/>
        <a:lstStyle/>
        <a:p>
          <a:endParaRPr lang="en-GB"/>
        </a:p>
      </dgm:t>
    </dgm:pt>
    <dgm:pt modelId="{F7E00101-5B9B-4FF0-96BF-7E7AE9E5AB88}" type="pres">
      <dgm:prSet presAssocID="{7C0BF1E6-7343-40A0-B0D9-7FBF92D410BA}" presName="Name0" presStyleCnt="0">
        <dgm:presLayoutVars>
          <dgm:dir/>
          <dgm:animLvl val="lvl"/>
          <dgm:resizeHandles val="exact"/>
        </dgm:presLayoutVars>
      </dgm:prSet>
      <dgm:spPr/>
    </dgm:pt>
    <dgm:pt modelId="{0DBCC4A6-EFBD-466C-9DA4-569D9BF38170}" type="pres">
      <dgm:prSet presAssocID="{1127CEF2-0E05-43A8-B142-72EF08D49033}" presName="linNode" presStyleCnt="0"/>
      <dgm:spPr/>
    </dgm:pt>
    <dgm:pt modelId="{92EF6491-3A9B-40DC-9C74-E81B038C3363}" type="pres">
      <dgm:prSet presAssocID="{1127CEF2-0E05-43A8-B142-72EF08D49033}" presName="parentText" presStyleLbl="node1" presStyleIdx="0" presStyleCnt="1">
        <dgm:presLayoutVars>
          <dgm:chMax val="1"/>
          <dgm:bulletEnabled val="1"/>
        </dgm:presLayoutVars>
      </dgm:prSet>
      <dgm:spPr/>
    </dgm:pt>
    <dgm:pt modelId="{065FF167-B277-497D-A283-0258B4325568}" type="pres">
      <dgm:prSet presAssocID="{1127CEF2-0E05-43A8-B142-72EF08D49033}" presName="descendantText" presStyleLbl="alignAccFollowNode1" presStyleIdx="0" presStyleCnt="1">
        <dgm:presLayoutVars>
          <dgm:bulletEnabled val="1"/>
        </dgm:presLayoutVars>
      </dgm:prSet>
      <dgm:spPr/>
    </dgm:pt>
  </dgm:ptLst>
  <dgm:cxnLst>
    <dgm:cxn modelId="{285D383B-6587-4C36-BDAC-67668D59C328}" srcId="{1127CEF2-0E05-43A8-B142-72EF08D49033}" destId="{877EDD1E-2801-4659-8D2C-BE8C9F9D8246}" srcOrd="2" destOrd="0" parTransId="{D74473E2-C2BA-496D-A2AF-00DE1DF2BC55}" sibTransId="{60C7057B-74C3-4DDE-9EE0-7FFACE8301CA}"/>
    <dgm:cxn modelId="{60D82640-9184-47B9-B658-AA22116CCCFF}" srcId="{1127CEF2-0E05-43A8-B142-72EF08D49033}" destId="{000AE00C-FDE3-452A-9A51-0402669CC71C}" srcOrd="1" destOrd="0" parTransId="{16FD3F00-F21B-4D44-A6E0-A7BA8FD72EBD}" sibTransId="{4A2EB7AB-A4B0-42C5-AEB0-B625A2B8419E}"/>
    <dgm:cxn modelId="{85C43270-CAAA-460B-A7D2-87C8CB97A4FD}" srcId="{1127CEF2-0E05-43A8-B142-72EF08D49033}" destId="{86E78D70-C919-47FB-AE11-614A4F03D59A}" srcOrd="0" destOrd="0" parTransId="{2FD9B5D3-FEA1-41BF-BE00-667E309CA114}" sibTransId="{E2780502-D713-4D36-823B-8C8ECA5B6D3A}"/>
    <dgm:cxn modelId="{0967A870-835B-42E2-8644-10356CB65FC5}" type="presOf" srcId="{86E78D70-C919-47FB-AE11-614A4F03D59A}" destId="{065FF167-B277-497D-A283-0258B4325568}" srcOrd="0" destOrd="0" presId="urn:microsoft.com/office/officeart/2005/8/layout/vList5"/>
    <dgm:cxn modelId="{51346092-6642-4E2B-8EDD-83E5BD57EB8B}" srcId="{7C0BF1E6-7343-40A0-B0D9-7FBF92D410BA}" destId="{1127CEF2-0E05-43A8-B142-72EF08D49033}" srcOrd="0" destOrd="0" parTransId="{EE653D7D-7227-4F0E-B6E3-08765B78C2CD}" sibTransId="{D3595321-45EE-44C4-A243-86EDB5CA60A5}"/>
    <dgm:cxn modelId="{1D66159C-7A0F-44A6-B1CF-C0F25B7579E9}" type="presOf" srcId="{1127CEF2-0E05-43A8-B142-72EF08D49033}" destId="{92EF6491-3A9B-40DC-9C74-E81B038C3363}" srcOrd="0" destOrd="0" presId="urn:microsoft.com/office/officeart/2005/8/layout/vList5"/>
    <dgm:cxn modelId="{143DCAA9-BB14-4337-9240-FC469BC413C0}" type="presOf" srcId="{7C0BF1E6-7343-40A0-B0D9-7FBF92D410BA}" destId="{F7E00101-5B9B-4FF0-96BF-7E7AE9E5AB88}" srcOrd="0" destOrd="0" presId="urn:microsoft.com/office/officeart/2005/8/layout/vList5"/>
    <dgm:cxn modelId="{40ED8DE5-F9D7-4D5B-9A93-64614FC39E44}" type="presOf" srcId="{000AE00C-FDE3-452A-9A51-0402669CC71C}" destId="{065FF167-B277-497D-A283-0258B4325568}" srcOrd="0" destOrd="1" presId="urn:microsoft.com/office/officeart/2005/8/layout/vList5"/>
    <dgm:cxn modelId="{8781A7F0-C719-4BF3-98ED-FDF971A07949}" type="presOf" srcId="{877EDD1E-2801-4659-8D2C-BE8C9F9D8246}" destId="{065FF167-B277-497D-A283-0258B4325568}" srcOrd="0" destOrd="2" presId="urn:microsoft.com/office/officeart/2005/8/layout/vList5"/>
    <dgm:cxn modelId="{FB7A74B8-FE2C-4B88-B4C8-0ED0E384FD64}" type="presParOf" srcId="{F7E00101-5B9B-4FF0-96BF-7E7AE9E5AB88}" destId="{0DBCC4A6-EFBD-466C-9DA4-569D9BF38170}" srcOrd="0" destOrd="0" presId="urn:microsoft.com/office/officeart/2005/8/layout/vList5"/>
    <dgm:cxn modelId="{0465A8E6-9CFD-4F89-AC34-7EB94258F678}" type="presParOf" srcId="{0DBCC4A6-EFBD-466C-9DA4-569D9BF38170}" destId="{92EF6491-3A9B-40DC-9C74-E81B038C3363}" srcOrd="0" destOrd="0" presId="urn:microsoft.com/office/officeart/2005/8/layout/vList5"/>
    <dgm:cxn modelId="{3F23E198-8361-4767-B75D-4417D4A3DB23}" type="presParOf" srcId="{0DBCC4A6-EFBD-466C-9DA4-569D9BF38170}" destId="{065FF167-B277-497D-A283-0258B432556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65FDF9-B468-4C88-A20B-3088F066D85B}">
      <dsp:nvSpPr>
        <dsp:cNvPr id="0" name=""/>
        <dsp:cNvSpPr/>
      </dsp:nvSpPr>
      <dsp:spPr>
        <a:xfrm>
          <a:off x="1916" y="1405748"/>
          <a:ext cx="2202559" cy="1101279"/>
        </a:xfrm>
        <a:prstGeom prst="roundRect">
          <a:avLst>
            <a:gd name="adj" fmla="val 10000"/>
          </a:avLst>
        </a:prstGeom>
        <a:solidFill>
          <a:schemeClr val="accent1">
            <a:hueOff val="0"/>
            <a:satOff val="0"/>
            <a:lumOff val="0"/>
            <a:alphaOff val="0"/>
          </a:schemeClr>
        </a:solidFill>
        <a:ln w="25400" cap="flat" cmpd="sng" algn="ctr">
          <a:prstDash val="solid"/>
        </a:ln>
        <a:effectLst/>
        <a:scene3d>
          <a:camera prst="orthographicFront"/>
          <a:lightRig rig="threePt" dir="t"/>
        </a:scene3d>
        <a:sp3d>
          <a:bevelT w="152400" h="50800" prst="softRound"/>
        </a:sp3d>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nl-NL" sz="2500" kern="1200" noProof="0" dirty="0"/>
            <a:t>Inleiding</a:t>
          </a:r>
        </a:p>
      </dsp:txBody>
      <dsp:txXfrm>
        <a:off x="34171" y="1438003"/>
        <a:ext cx="2138049" cy="1036769"/>
      </dsp:txXfrm>
    </dsp:sp>
    <dsp:sp modelId="{347EF763-E65C-4FEE-A42B-6314DF3FC92E}">
      <dsp:nvSpPr>
        <dsp:cNvPr id="0" name=""/>
        <dsp:cNvSpPr/>
      </dsp:nvSpPr>
      <dsp:spPr>
        <a:xfrm>
          <a:off x="176452" y="2507028"/>
          <a:ext cx="91440" cy="825959"/>
        </a:xfrm>
        <a:custGeom>
          <a:avLst/>
          <a:gdLst/>
          <a:ahLst/>
          <a:cxnLst/>
          <a:rect l="0" t="0" r="0" b="0"/>
          <a:pathLst>
            <a:path>
              <a:moveTo>
                <a:pt x="45720" y="0"/>
              </a:moveTo>
              <a:lnTo>
                <a:pt x="45720" y="825959"/>
              </a:lnTo>
              <a:lnTo>
                <a:pt x="59640" y="825959"/>
              </a:lnTo>
            </a:path>
          </a:pathLst>
        </a:custGeom>
        <a:noFill/>
        <a:ln w="25400" cap="flat" cmpd="sng" algn="ctr">
          <a:prstDash val="solid"/>
        </a:ln>
        <a:effectLst/>
      </dsp:spPr>
      <dsp:style>
        <a:lnRef idx="2">
          <a:scrgbClr r="0" g="0" b="0"/>
        </a:lnRef>
        <a:fillRef idx="0">
          <a:scrgbClr r="0" g="0" b="0"/>
        </a:fillRef>
        <a:effectRef idx="0">
          <a:scrgbClr r="0" g="0" b="0"/>
        </a:effectRef>
        <a:fontRef idx="minor"/>
      </dsp:style>
    </dsp:sp>
    <dsp:sp modelId="{0EA1744F-3C3E-48C6-9512-1D1211E729E8}">
      <dsp:nvSpPr>
        <dsp:cNvPr id="0" name=""/>
        <dsp:cNvSpPr/>
      </dsp:nvSpPr>
      <dsp:spPr>
        <a:xfrm>
          <a:off x="236092" y="2782348"/>
          <a:ext cx="1762047" cy="1101279"/>
        </a:xfrm>
        <a:prstGeom prst="roundRect">
          <a:avLst>
            <a:gd name="adj" fmla="val 10000"/>
          </a:avLst>
        </a:prstGeom>
        <a:solidFill>
          <a:schemeClr val="lt1">
            <a:alpha val="90000"/>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nl-NL" sz="2000" kern="1200" noProof="0" dirty="0"/>
            <a:t>Definitie hergebruiken van data</a:t>
          </a:r>
        </a:p>
      </dsp:txBody>
      <dsp:txXfrm>
        <a:off x="268347" y="2814603"/>
        <a:ext cx="1697537" cy="1036769"/>
      </dsp:txXfrm>
    </dsp:sp>
    <dsp:sp modelId="{7FA938B6-0845-4860-947F-0836B84F4577}">
      <dsp:nvSpPr>
        <dsp:cNvPr id="0" name=""/>
        <dsp:cNvSpPr/>
      </dsp:nvSpPr>
      <dsp:spPr>
        <a:xfrm>
          <a:off x="176452" y="2507028"/>
          <a:ext cx="91440" cy="2202559"/>
        </a:xfrm>
        <a:custGeom>
          <a:avLst/>
          <a:gdLst/>
          <a:ahLst/>
          <a:cxnLst/>
          <a:rect l="0" t="0" r="0" b="0"/>
          <a:pathLst>
            <a:path>
              <a:moveTo>
                <a:pt x="45720" y="0"/>
              </a:moveTo>
              <a:lnTo>
                <a:pt x="45720" y="2202559"/>
              </a:lnTo>
              <a:lnTo>
                <a:pt x="59640" y="2202559"/>
              </a:lnTo>
            </a:path>
          </a:pathLst>
        </a:custGeom>
        <a:noFill/>
        <a:ln w="25400" cap="flat" cmpd="sng" algn="ctr">
          <a:prstDash val="solid"/>
        </a:ln>
        <a:effectLst/>
      </dsp:spPr>
      <dsp:style>
        <a:lnRef idx="2">
          <a:scrgbClr r="0" g="0" b="0"/>
        </a:lnRef>
        <a:fillRef idx="0">
          <a:scrgbClr r="0" g="0" b="0"/>
        </a:fillRef>
        <a:effectRef idx="0">
          <a:scrgbClr r="0" g="0" b="0"/>
        </a:effectRef>
        <a:fontRef idx="minor"/>
      </dsp:style>
    </dsp:sp>
    <dsp:sp modelId="{BDE24B8E-BBD2-48F9-A437-ECCB16FC9F8A}">
      <dsp:nvSpPr>
        <dsp:cNvPr id="0" name=""/>
        <dsp:cNvSpPr/>
      </dsp:nvSpPr>
      <dsp:spPr>
        <a:xfrm>
          <a:off x="236092" y="4158947"/>
          <a:ext cx="1762047" cy="1101279"/>
        </a:xfrm>
        <a:prstGeom prst="roundRect">
          <a:avLst>
            <a:gd name="adj" fmla="val 10000"/>
          </a:avLst>
        </a:prstGeom>
        <a:solidFill>
          <a:schemeClr val="lt1">
            <a:alpha val="90000"/>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nl-NL" sz="2000" kern="1200" noProof="0" dirty="0"/>
            <a:t>Waarom en wanneer</a:t>
          </a:r>
        </a:p>
      </dsp:txBody>
      <dsp:txXfrm>
        <a:off x="268347" y="4191202"/>
        <a:ext cx="1697537" cy="1036769"/>
      </dsp:txXfrm>
    </dsp:sp>
    <dsp:sp modelId="{6AA8A32D-AA7A-4351-A23A-740B724AA7CF}">
      <dsp:nvSpPr>
        <dsp:cNvPr id="0" name=""/>
        <dsp:cNvSpPr/>
      </dsp:nvSpPr>
      <dsp:spPr>
        <a:xfrm>
          <a:off x="2755116" y="1405748"/>
          <a:ext cx="2202559" cy="1101279"/>
        </a:xfrm>
        <a:prstGeom prst="roundRect">
          <a:avLst>
            <a:gd name="adj" fmla="val 10000"/>
          </a:avLst>
        </a:prstGeom>
        <a:solidFill>
          <a:schemeClr val="accent1">
            <a:hueOff val="0"/>
            <a:satOff val="0"/>
            <a:lumOff val="0"/>
            <a:alphaOff val="0"/>
          </a:schemeClr>
        </a:solidFill>
        <a:ln w="25400" cap="flat" cmpd="sng" algn="ctr">
          <a:prstDash val="solid"/>
        </a:ln>
        <a:effectLst/>
        <a:scene3d>
          <a:camera prst="orthographicFront"/>
          <a:lightRig rig="threePt" dir="t"/>
        </a:scene3d>
        <a:sp3d>
          <a:bevelT w="152400" h="50800" prst="softRound"/>
        </a:sp3d>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nl-NL" sz="2500" kern="1200" noProof="0" dirty="0"/>
            <a:t>Waar zoek ik</a:t>
          </a:r>
        </a:p>
      </dsp:txBody>
      <dsp:txXfrm>
        <a:off x="2787371" y="1438003"/>
        <a:ext cx="2138049" cy="1036769"/>
      </dsp:txXfrm>
    </dsp:sp>
    <dsp:sp modelId="{5E17FBB4-980A-47AD-A23F-1B27C5A90372}">
      <dsp:nvSpPr>
        <dsp:cNvPr id="0" name=""/>
        <dsp:cNvSpPr/>
      </dsp:nvSpPr>
      <dsp:spPr>
        <a:xfrm>
          <a:off x="2929652" y="2507028"/>
          <a:ext cx="91440" cy="825959"/>
        </a:xfrm>
        <a:custGeom>
          <a:avLst/>
          <a:gdLst/>
          <a:ahLst/>
          <a:cxnLst/>
          <a:rect l="0" t="0" r="0" b="0"/>
          <a:pathLst>
            <a:path>
              <a:moveTo>
                <a:pt x="45720" y="0"/>
              </a:moveTo>
              <a:lnTo>
                <a:pt x="45720" y="825959"/>
              </a:lnTo>
              <a:lnTo>
                <a:pt x="71763" y="825959"/>
              </a:lnTo>
            </a:path>
          </a:pathLst>
        </a:custGeom>
        <a:noFill/>
        <a:ln w="25400" cap="flat" cmpd="sng" algn="ctr">
          <a:prstDash val="solid"/>
        </a:ln>
        <a:effectLst/>
      </dsp:spPr>
      <dsp:style>
        <a:lnRef idx="2">
          <a:scrgbClr r="0" g="0" b="0"/>
        </a:lnRef>
        <a:fillRef idx="0">
          <a:scrgbClr r="0" g="0" b="0"/>
        </a:fillRef>
        <a:effectRef idx="0">
          <a:scrgbClr r="0" g="0" b="0"/>
        </a:effectRef>
        <a:fontRef idx="minor"/>
      </dsp:style>
    </dsp:sp>
    <dsp:sp modelId="{7421F071-30E1-4589-936C-8C05EEAABB03}">
      <dsp:nvSpPr>
        <dsp:cNvPr id="0" name=""/>
        <dsp:cNvSpPr/>
      </dsp:nvSpPr>
      <dsp:spPr>
        <a:xfrm>
          <a:off x="3001415" y="2782348"/>
          <a:ext cx="1762047" cy="1101279"/>
        </a:xfrm>
        <a:prstGeom prst="roundRect">
          <a:avLst>
            <a:gd name="adj" fmla="val 10000"/>
          </a:avLst>
        </a:prstGeom>
        <a:solidFill>
          <a:schemeClr val="lt1">
            <a:alpha val="90000"/>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nl-NL" sz="2000" kern="1200" noProof="0" dirty="0"/>
            <a:t>Data </a:t>
          </a:r>
          <a:r>
            <a:rPr lang="nl-NL" sz="2000" kern="1200" noProof="0" dirty="0" err="1"/>
            <a:t>repositories</a:t>
          </a:r>
          <a:endParaRPr lang="nl-NL" sz="2000" kern="1200" noProof="0" dirty="0"/>
        </a:p>
      </dsp:txBody>
      <dsp:txXfrm>
        <a:off x="3033670" y="2814603"/>
        <a:ext cx="1697537" cy="1036769"/>
      </dsp:txXfrm>
    </dsp:sp>
    <dsp:sp modelId="{99353A3B-001C-4063-92DE-01086CC7E28F}">
      <dsp:nvSpPr>
        <dsp:cNvPr id="0" name=""/>
        <dsp:cNvSpPr/>
      </dsp:nvSpPr>
      <dsp:spPr>
        <a:xfrm>
          <a:off x="2929652" y="2507028"/>
          <a:ext cx="91440" cy="2202559"/>
        </a:xfrm>
        <a:custGeom>
          <a:avLst/>
          <a:gdLst/>
          <a:ahLst/>
          <a:cxnLst/>
          <a:rect l="0" t="0" r="0" b="0"/>
          <a:pathLst>
            <a:path>
              <a:moveTo>
                <a:pt x="45720" y="0"/>
              </a:moveTo>
              <a:lnTo>
                <a:pt x="45720" y="2202559"/>
              </a:lnTo>
              <a:lnTo>
                <a:pt x="71763" y="2202559"/>
              </a:lnTo>
            </a:path>
          </a:pathLst>
        </a:custGeom>
        <a:noFill/>
        <a:ln w="25400" cap="flat" cmpd="sng" algn="ctr">
          <a:prstDash val="solid"/>
        </a:ln>
        <a:effectLst/>
      </dsp:spPr>
      <dsp:style>
        <a:lnRef idx="2">
          <a:scrgbClr r="0" g="0" b="0"/>
        </a:lnRef>
        <a:fillRef idx="0">
          <a:scrgbClr r="0" g="0" b="0"/>
        </a:fillRef>
        <a:effectRef idx="0">
          <a:scrgbClr r="0" g="0" b="0"/>
        </a:effectRef>
        <a:fontRef idx="minor"/>
      </dsp:style>
    </dsp:sp>
    <dsp:sp modelId="{845AF6F3-47B3-465A-B022-109CA0821BD3}">
      <dsp:nvSpPr>
        <dsp:cNvPr id="0" name=""/>
        <dsp:cNvSpPr/>
      </dsp:nvSpPr>
      <dsp:spPr>
        <a:xfrm>
          <a:off x="3001415" y="4158947"/>
          <a:ext cx="1762047" cy="1101279"/>
        </a:xfrm>
        <a:prstGeom prst="roundRect">
          <a:avLst>
            <a:gd name="adj" fmla="val 10000"/>
          </a:avLst>
        </a:prstGeom>
        <a:solidFill>
          <a:schemeClr val="lt1">
            <a:alpha val="90000"/>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nl-NL" sz="2000" kern="1200" noProof="0" dirty="0"/>
            <a:t>Andere databronnen</a:t>
          </a:r>
        </a:p>
      </dsp:txBody>
      <dsp:txXfrm>
        <a:off x="3033670" y="4191202"/>
        <a:ext cx="1697537" cy="1036769"/>
      </dsp:txXfrm>
    </dsp:sp>
    <dsp:sp modelId="{4216B492-F3B1-4305-B1C2-73A596DA495A}">
      <dsp:nvSpPr>
        <dsp:cNvPr id="0" name=""/>
        <dsp:cNvSpPr/>
      </dsp:nvSpPr>
      <dsp:spPr>
        <a:xfrm>
          <a:off x="5508315" y="1405748"/>
          <a:ext cx="2202559" cy="1101279"/>
        </a:xfrm>
        <a:prstGeom prst="roundRect">
          <a:avLst>
            <a:gd name="adj" fmla="val 10000"/>
          </a:avLst>
        </a:prstGeom>
        <a:solidFill>
          <a:schemeClr val="accent1">
            <a:hueOff val="0"/>
            <a:satOff val="0"/>
            <a:lumOff val="0"/>
            <a:alphaOff val="0"/>
          </a:schemeClr>
        </a:solidFill>
        <a:ln w="25400" cap="flat" cmpd="sng" algn="ctr">
          <a:prstDash val="solid"/>
        </a:ln>
        <a:effectLst/>
        <a:scene3d>
          <a:camera prst="orthographicFront"/>
          <a:lightRig rig="threePt" dir="t"/>
        </a:scene3d>
        <a:sp3d>
          <a:bevelT w="152400" h="50800" prst="softRound"/>
        </a:sp3d>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nl-NL" sz="2500" kern="1200" noProof="0" dirty="0"/>
            <a:t>Zoeken en documenteren</a:t>
          </a:r>
        </a:p>
      </dsp:txBody>
      <dsp:txXfrm>
        <a:off x="5540570" y="1438003"/>
        <a:ext cx="2138049" cy="1036769"/>
      </dsp:txXfrm>
    </dsp:sp>
    <dsp:sp modelId="{0088F0FB-2D13-4312-8B33-E4149AD4A516}">
      <dsp:nvSpPr>
        <dsp:cNvPr id="0" name=""/>
        <dsp:cNvSpPr/>
      </dsp:nvSpPr>
      <dsp:spPr>
        <a:xfrm>
          <a:off x="5660332" y="2507028"/>
          <a:ext cx="91440" cy="825959"/>
        </a:xfrm>
        <a:custGeom>
          <a:avLst/>
          <a:gdLst/>
          <a:ahLst/>
          <a:cxnLst/>
          <a:rect l="0" t="0" r="0" b="0"/>
          <a:pathLst>
            <a:path>
              <a:moveTo>
                <a:pt x="68238" y="0"/>
              </a:moveTo>
              <a:lnTo>
                <a:pt x="45720" y="825959"/>
              </a:lnTo>
            </a:path>
          </a:pathLst>
        </a:custGeom>
        <a:noFill/>
        <a:ln w="25400" cap="flat" cmpd="sng" algn="ctr">
          <a:prstDash val="solid"/>
        </a:ln>
        <a:effectLst/>
      </dsp:spPr>
      <dsp:style>
        <a:lnRef idx="2">
          <a:scrgbClr r="0" g="0" b="0"/>
        </a:lnRef>
        <a:fillRef idx="0">
          <a:scrgbClr r="0" g="0" b="0"/>
        </a:fillRef>
        <a:effectRef idx="0">
          <a:scrgbClr r="0" g="0" b="0"/>
        </a:effectRef>
        <a:fontRef idx="minor"/>
      </dsp:style>
    </dsp:sp>
    <dsp:sp modelId="{BD30F885-BA27-4D78-81DA-FA7508820567}">
      <dsp:nvSpPr>
        <dsp:cNvPr id="0" name=""/>
        <dsp:cNvSpPr/>
      </dsp:nvSpPr>
      <dsp:spPr>
        <a:xfrm>
          <a:off x="5706052" y="2782348"/>
          <a:ext cx="1762047" cy="1101279"/>
        </a:xfrm>
        <a:prstGeom prst="roundRect">
          <a:avLst>
            <a:gd name="adj" fmla="val 10000"/>
          </a:avLst>
        </a:prstGeom>
        <a:solidFill>
          <a:schemeClr val="lt1">
            <a:alpha val="90000"/>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nl-NL" sz="2000" kern="1200" noProof="0" dirty="0"/>
            <a:t>Documentatie</a:t>
          </a:r>
        </a:p>
      </dsp:txBody>
      <dsp:txXfrm>
        <a:off x="5738307" y="2814603"/>
        <a:ext cx="1697537" cy="1036769"/>
      </dsp:txXfrm>
    </dsp:sp>
    <dsp:sp modelId="{8C392F91-97C5-4289-8306-22AEF1CAABCC}">
      <dsp:nvSpPr>
        <dsp:cNvPr id="0" name=""/>
        <dsp:cNvSpPr/>
      </dsp:nvSpPr>
      <dsp:spPr>
        <a:xfrm>
          <a:off x="5660332" y="2507028"/>
          <a:ext cx="91440" cy="2202559"/>
        </a:xfrm>
        <a:custGeom>
          <a:avLst/>
          <a:gdLst/>
          <a:ahLst/>
          <a:cxnLst/>
          <a:rect l="0" t="0" r="0" b="0"/>
          <a:pathLst>
            <a:path>
              <a:moveTo>
                <a:pt x="68238" y="0"/>
              </a:moveTo>
              <a:lnTo>
                <a:pt x="45720" y="2202559"/>
              </a:lnTo>
            </a:path>
          </a:pathLst>
        </a:custGeom>
        <a:noFill/>
        <a:ln w="25400" cap="flat" cmpd="sng" algn="ctr">
          <a:prstDash val="solid"/>
        </a:ln>
        <a:effectLst/>
      </dsp:spPr>
      <dsp:style>
        <a:lnRef idx="2">
          <a:scrgbClr r="0" g="0" b="0"/>
        </a:lnRef>
        <a:fillRef idx="0">
          <a:scrgbClr r="0" g="0" b="0"/>
        </a:fillRef>
        <a:effectRef idx="0">
          <a:scrgbClr r="0" g="0" b="0"/>
        </a:effectRef>
        <a:fontRef idx="minor"/>
      </dsp:style>
    </dsp:sp>
    <dsp:sp modelId="{C3052E01-E1EE-4D66-943A-0536A4457301}">
      <dsp:nvSpPr>
        <dsp:cNvPr id="0" name=""/>
        <dsp:cNvSpPr/>
      </dsp:nvSpPr>
      <dsp:spPr>
        <a:xfrm>
          <a:off x="5706052" y="4158947"/>
          <a:ext cx="1762047" cy="1101279"/>
        </a:xfrm>
        <a:prstGeom prst="roundRect">
          <a:avLst>
            <a:gd name="adj" fmla="val 10000"/>
          </a:avLst>
        </a:prstGeom>
        <a:solidFill>
          <a:schemeClr val="lt1">
            <a:alpha val="90000"/>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nl-NL" sz="2000" kern="1200" noProof="0" dirty="0"/>
            <a:t>Selectie</a:t>
          </a:r>
        </a:p>
      </dsp:txBody>
      <dsp:txXfrm>
        <a:off x="5738307" y="4191202"/>
        <a:ext cx="1697537" cy="1036769"/>
      </dsp:txXfrm>
    </dsp:sp>
    <dsp:sp modelId="{1F138596-E0A3-4AFB-9569-524052C93391}">
      <dsp:nvSpPr>
        <dsp:cNvPr id="0" name=""/>
        <dsp:cNvSpPr/>
      </dsp:nvSpPr>
      <dsp:spPr>
        <a:xfrm>
          <a:off x="8261515" y="1405748"/>
          <a:ext cx="2202559" cy="1101279"/>
        </a:xfrm>
        <a:prstGeom prst="roundRect">
          <a:avLst>
            <a:gd name="adj" fmla="val 10000"/>
          </a:avLst>
        </a:prstGeom>
        <a:solidFill>
          <a:schemeClr val="accent1">
            <a:hueOff val="0"/>
            <a:satOff val="0"/>
            <a:lumOff val="0"/>
            <a:alphaOff val="0"/>
          </a:schemeClr>
        </a:solidFill>
        <a:ln w="25400" cap="flat" cmpd="sng" algn="ctr">
          <a:prstDash val="solid"/>
        </a:ln>
        <a:effectLst/>
        <a:scene3d>
          <a:camera prst="orthographicFront"/>
          <a:lightRig rig="threePt" dir="t"/>
        </a:scene3d>
        <a:sp3d>
          <a:bevelT w="152400" h="50800" prst="softRound"/>
        </a:sp3d>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nl-NL" sz="2500" kern="1200" noProof="0" dirty="0"/>
            <a:t>Beoordelen van datasets</a:t>
          </a:r>
        </a:p>
      </dsp:txBody>
      <dsp:txXfrm>
        <a:off x="8293770" y="1438003"/>
        <a:ext cx="2138049" cy="1036769"/>
      </dsp:txXfrm>
    </dsp:sp>
    <dsp:sp modelId="{06D8A421-84AD-4C6B-9125-140316F6E3A2}">
      <dsp:nvSpPr>
        <dsp:cNvPr id="0" name=""/>
        <dsp:cNvSpPr/>
      </dsp:nvSpPr>
      <dsp:spPr>
        <a:xfrm>
          <a:off x="8436051" y="2507028"/>
          <a:ext cx="91440" cy="825959"/>
        </a:xfrm>
        <a:custGeom>
          <a:avLst/>
          <a:gdLst/>
          <a:ahLst/>
          <a:cxnLst/>
          <a:rect l="0" t="0" r="0" b="0"/>
          <a:pathLst>
            <a:path>
              <a:moveTo>
                <a:pt x="45720" y="0"/>
              </a:moveTo>
              <a:lnTo>
                <a:pt x="45720" y="825959"/>
              </a:lnTo>
              <a:lnTo>
                <a:pt x="47482" y="825959"/>
              </a:lnTo>
            </a:path>
          </a:pathLst>
        </a:custGeom>
        <a:noFill/>
        <a:ln w="25400" cap="flat" cmpd="sng" algn="ctr">
          <a:prstDash val="solid"/>
        </a:ln>
        <a:effectLst/>
      </dsp:spPr>
      <dsp:style>
        <a:lnRef idx="2">
          <a:scrgbClr r="0" g="0" b="0"/>
        </a:lnRef>
        <a:fillRef idx="0">
          <a:scrgbClr r="0" g="0" b="0"/>
        </a:fillRef>
        <a:effectRef idx="0">
          <a:scrgbClr r="0" g="0" b="0"/>
        </a:effectRef>
        <a:fontRef idx="minor"/>
      </dsp:style>
    </dsp:sp>
    <dsp:sp modelId="{23FD5A17-EE23-4AB3-9765-8332A8317C5E}">
      <dsp:nvSpPr>
        <dsp:cNvPr id="0" name=""/>
        <dsp:cNvSpPr/>
      </dsp:nvSpPr>
      <dsp:spPr>
        <a:xfrm>
          <a:off x="8483533" y="2782348"/>
          <a:ext cx="1762047" cy="1101279"/>
        </a:xfrm>
        <a:prstGeom prst="roundRect">
          <a:avLst>
            <a:gd name="adj" fmla="val 10000"/>
          </a:avLst>
        </a:prstGeom>
        <a:solidFill>
          <a:schemeClr val="lt1">
            <a:alpha val="90000"/>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nl-NL" sz="2000" kern="1200" noProof="0" dirty="0"/>
            <a:t>FAIR principes</a:t>
          </a:r>
        </a:p>
      </dsp:txBody>
      <dsp:txXfrm>
        <a:off x="8515788" y="2814603"/>
        <a:ext cx="1697537" cy="1036769"/>
      </dsp:txXfrm>
    </dsp:sp>
    <dsp:sp modelId="{F0C6AAB4-84B1-425A-B63F-D4113849A5B5}">
      <dsp:nvSpPr>
        <dsp:cNvPr id="0" name=""/>
        <dsp:cNvSpPr/>
      </dsp:nvSpPr>
      <dsp:spPr>
        <a:xfrm>
          <a:off x="8436051" y="2507028"/>
          <a:ext cx="91440" cy="2202559"/>
        </a:xfrm>
        <a:custGeom>
          <a:avLst/>
          <a:gdLst/>
          <a:ahLst/>
          <a:cxnLst/>
          <a:rect l="0" t="0" r="0" b="0"/>
          <a:pathLst>
            <a:path>
              <a:moveTo>
                <a:pt x="45720" y="0"/>
              </a:moveTo>
              <a:lnTo>
                <a:pt x="45720" y="2202559"/>
              </a:lnTo>
              <a:lnTo>
                <a:pt x="47482" y="2202559"/>
              </a:lnTo>
            </a:path>
          </a:pathLst>
        </a:custGeom>
        <a:noFill/>
        <a:ln w="25400" cap="flat" cmpd="sng" algn="ctr">
          <a:prstDash val="solid"/>
        </a:ln>
        <a:effectLst/>
      </dsp:spPr>
      <dsp:style>
        <a:lnRef idx="2">
          <a:scrgbClr r="0" g="0" b="0"/>
        </a:lnRef>
        <a:fillRef idx="0">
          <a:scrgbClr r="0" g="0" b="0"/>
        </a:fillRef>
        <a:effectRef idx="0">
          <a:scrgbClr r="0" g="0" b="0"/>
        </a:effectRef>
        <a:fontRef idx="minor"/>
      </dsp:style>
    </dsp:sp>
    <dsp:sp modelId="{E9CAE4EB-BB27-4805-B4BE-D2783DE42DF2}">
      <dsp:nvSpPr>
        <dsp:cNvPr id="0" name=""/>
        <dsp:cNvSpPr/>
      </dsp:nvSpPr>
      <dsp:spPr>
        <a:xfrm>
          <a:off x="8483533" y="4158947"/>
          <a:ext cx="1762047" cy="1101279"/>
        </a:xfrm>
        <a:prstGeom prst="roundRect">
          <a:avLst>
            <a:gd name="adj" fmla="val 10000"/>
          </a:avLst>
        </a:prstGeom>
        <a:solidFill>
          <a:schemeClr val="lt1">
            <a:alpha val="90000"/>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nl-NL" sz="2000" kern="1200" noProof="0" dirty="0"/>
            <a:t>Kwaliteit van data</a:t>
          </a:r>
        </a:p>
      </dsp:txBody>
      <dsp:txXfrm>
        <a:off x="8515788" y="4191202"/>
        <a:ext cx="1697537" cy="10367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7E4D75-888A-486B-9902-7CD9AAB1724C}">
      <dsp:nvSpPr>
        <dsp:cNvPr id="0" name=""/>
        <dsp:cNvSpPr/>
      </dsp:nvSpPr>
      <dsp:spPr>
        <a:xfrm rot="5400000">
          <a:off x="5870246" y="-1522605"/>
          <a:ext cx="3181536" cy="7022131"/>
        </a:xfrm>
        <a:prstGeom prst="round2SameRect">
          <a:avLst/>
        </a:prstGeom>
        <a:solidFill>
          <a:schemeClr val="accent1">
            <a:alpha val="90000"/>
            <a:tint val="40000"/>
            <a:hueOff val="0"/>
            <a:satOff val="0"/>
            <a:lumOff val="0"/>
            <a:alphaOff val="0"/>
          </a:schemeClr>
        </a:solidFill>
        <a:ln w="9525" cap="flat" cmpd="sng" algn="ctr">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nl-NL" sz="2300" b="0" kern="1200"/>
            <a:t>Datasets van eerder (eigen of niet eigen) onderzoek</a:t>
          </a:r>
          <a:endParaRPr lang="nl-NL" sz="2300" kern="1200"/>
        </a:p>
        <a:p>
          <a:pPr marL="228600" lvl="1" indent="-228600" algn="l" defTabSz="1022350">
            <a:lnSpc>
              <a:spcPct val="90000"/>
            </a:lnSpc>
            <a:spcBef>
              <a:spcPct val="0"/>
            </a:spcBef>
            <a:spcAft>
              <a:spcPct val="15000"/>
            </a:spcAft>
            <a:buChar char="•"/>
          </a:pPr>
          <a:r>
            <a:rPr lang="nl-NL" sz="2300" b="0" kern="1200"/>
            <a:t>Beleidsonderzoek - onderwijsdata</a:t>
          </a:r>
          <a:endParaRPr lang="nl-NL" sz="2300" kern="1200"/>
        </a:p>
        <a:p>
          <a:pPr marL="228600" lvl="1" indent="-228600" algn="l" defTabSz="1022350">
            <a:lnSpc>
              <a:spcPct val="90000"/>
            </a:lnSpc>
            <a:spcBef>
              <a:spcPct val="0"/>
            </a:spcBef>
            <a:spcAft>
              <a:spcPct val="15000"/>
            </a:spcAft>
            <a:buChar char="•"/>
          </a:pPr>
          <a:r>
            <a:rPr lang="nl-NL" sz="2300" b="0" kern="1200"/>
            <a:t>Patiënten dossiers</a:t>
          </a:r>
          <a:endParaRPr lang="nl-NL" sz="2300" kern="1200"/>
        </a:p>
        <a:p>
          <a:pPr marL="228600" lvl="1" indent="-228600" algn="l" defTabSz="1022350">
            <a:lnSpc>
              <a:spcPct val="90000"/>
            </a:lnSpc>
            <a:spcBef>
              <a:spcPct val="0"/>
            </a:spcBef>
            <a:spcAft>
              <a:spcPct val="15000"/>
            </a:spcAft>
            <a:buChar char="•"/>
          </a:pPr>
          <a:r>
            <a:rPr lang="nl-NL" sz="2300" b="0" kern="1200"/>
            <a:t>Bedrijfsdata</a:t>
          </a:r>
          <a:endParaRPr lang="nl-NL" sz="2300" kern="1200"/>
        </a:p>
        <a:p>
          <a:pPr marL="228600" lvl="1" indent="-228600" algn="l" defTabSz="1022350">
            <a:lnSpc>
              <a:spcPct val="90000"/>
            </a:lnSpc>
            <a:spcBef>
              <a:spcPct val="0"/>
            </a:spcBef>
            <a:spcAft>
              <a:spcPct val="15000"/>
            </a:spcAft>
            <a:buChar char="•"/>
          </a:pPr>
          <a:r>
            <a:rPr lang="nl-NL" sz="2300" b="0" kern="1200"/>
            <a:t>Overheidsdata </a:t>
          </a:r>
          <a:endParaRPr lang="nl-NL" sz="2300" kern="1200"/>
        </a:p>
        <a:p>
          <a:pPr marL="228600" lvl="1" indent="-228600" algn="l" defTabSz="1022350">
            <a:lnSpc>
              <a:spcPct val="90000"/>
            </a:lnSpc>
            <a:spcBef>
              <a:spcPct val="0"/>
            </a:spcBef>
            <a:spcAft>
              <a:spcPct val="15000"/>
            </a:spcAft>
            <a:buChar char="•"/>
          </a:pPr>
          <a:r>
            <a:rPr lang="nl-NL" sz="2300" b="0" kern="1200"/>
            <a:t>Sociale media/web scraping </a:t>
          </a:r>
          <a:endParaRPr lang="nl-NL" sz="2300" kern="1200"/>
        </a:p>
        <a:p>
          <a:pPr marL="228600" lvl="1" indent="-228600" algn="l" defTabSz="1022350">
            <a:lnSpc>
              <a:spcPct val="90000"/>
            </a:lnSpc>
            <a:spcBef>
              <a:spcPct val="0"/>
            </a:spcBef>
            <a:spcAft>
              <a:spcPct val="15000"/>
            </a:spcAft>
            <a:buChar char="•"/>
          </a:pPr>
          <a:r>
            <a:rPr lang="nl-NL" sz="2300" b="0" kern="1200"/>
            <a:t>Data van niet academische instituten </a:t>
          </a:r>
          <a:endParaRPr lang="nl-NL" sz="2300" kern="1200"/>
        </a:p>
      </dsp:txBody>
      <dsp:txXfrm rot="-5400000">
        <a:off x="3949949" y="553002"/>
        <a:ext cx="6866821" cy="2870916"/>
      </dsp:txXfrm>
    </dsp:sp>
    <dsp:sp modelId="{A371D010-1304-49B8-89D3-693D303BE744}">
      <dsp:nvSpPr>
        <dsp:cNvPr id="0" name=""/>
        <dsp:cNvSpPr/>
      </dsp:nvSpPr>
      <dsp:spPr>
        <a:xfrm>
          <a:off x="0" y="0"/>
          <a:ext cx="3949948" cy="3976920"/>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nl-NL" sz="2400" b="0" kern="1200" dirty="0"/>
            <a:t>Hergebruik van data doelt in deze context op het gebruiken van eerder verzamelde data uit onderzoek of andere bronnen voor een lopend onderzoeksproject. Voorbeelden van data die je kunt hergebruiken zijn:</a:t>
          </a:r>
          <a:endParaRPr lang="nl-NL" sz="2400" kern="1200" dirty="0"/>
        </a:p>
      </dsp:txBody>
      <dsp:txXfrm>
        <a:off x="192821" y="192821"/>
        <a:ext cx="3564306" cy="35912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FB059-D542-4BF5-8428-84499BB8267D}">
      <dsp:nvSpPr>
        <dsp:cNvPr id="0" name=""/>
        <dsp:cNvSpPr/>
      </dsp:nvSpPr>
      <dsp:spPr>
        <a:xfrm rot="5400000">
          <a:off x="5426596" y="-1263211"/>
          <a:ext cx="3311424" cy="6665702"/>
        </a:xfrm>
        <a:prstGeom prst="round2SameRect">
          <a:avLst/>
        </a:prstGeom>
        <a:solidFill>
          <a:schemeClr val="accent1">
            <a:alpha val="90000"/>
            <a:tint val="40000"/>
            <a:hueOff val="0"/>
            <a:satOff val="0"/>
            <a:lumOff val="0"/>
            <a:alphaOff val="0"/>
          </a:schemeClr>
        </a:solidFill>
        <a:ln w="9525" cap="flat" cmpd="sng" algn="ctr">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nl-NL" sz="1900" b="0" kern="1200"/>
            <a:t>Geld besparen</a:t>
          </a:r>
          <a:endParaRPr lang="nl-NL" sz="1900" kern="1200"/>
        </a:p>
        <a:p>
          <a:pPr marL="171450" lvl="1" indent="-171450" algn="l" defTabSz="844550">
            <a:lnSpc>
              <a:spcPct val="90000"/>
            </a:lnSpc>
            <a:spcBef>
              <a:spcPct val="0"/>
            </a:spcBef>
            <a:spcAft>
              <a:spcPct val="15000"/>
            </a:spcAft>
            <a:buChar char="•"/>
          </a:pPr>
          <a:r>
            <a:rPr lang="nl-NL" sz="1900" b="0" kern="1200"/>
            <a:t>Tijd besparen</a:t>
          </a:r>
          <a:endParaRPr lang="nl-NL" sz="1900" kern="1200"/>
        </a:p>
        <a:p>
          <a:pPr marL="171450" lvl="1" indent="-171450" algn="l" defTabSz="844550">
            <a:lnSpc>
              <a:spcPct val="90000"/>
            </a:lnSpc>
            <a:spcBef>
              <a:spcPct val="0"/>
            </a:spcBef>
            <a:spcAft>
              <a:spcPct val="15000"/>
            </a:spcAft>
            <a:buChar char="•"/>
          </a:pPr>
          <a:r>
            <a:rPr lang="nl-NL" sz="1900" b="0" kern="1200"/>
            <a:t>Duurzaamheid</a:t>
          </a:r>
          <a:endParaRPr lang="nl-NL" sz="1900" kern="1200"/>
        </a:p>
        <a:p>
          <a:pPr marL="171450" lvl="1" indent="-171450" algn="l" defTabSz="844550">
            <a:lnSpc>
              <a:spcPct val="90000"/>
            </a:lnSpc>
            <a:spcBef>
              <a:spcPct val="0"/>
            </a:spcBef>
            <a:spcAft>
              <a:spcPct val="15000"/>
            </a:spcAft>
            <a:buChar char="•"/>
          </a:pPr>
          <a:r>
            <a:rPr lang="nl-NL" sz="1900" b="0" kern="1200"/>
            <a:t>Overvragen doelgroepen</a:t>
          </a:r>
          <a:endParaRPr lang="nl-NL" sz="1900" kern="1200"/>
        </a:p>
        <a:p>
          <a:pPr marL="171450" lvl="1" indent="-171450" algn="l" defTabSz="844550">
            <a:lnSpc>
              <a:spcPct val="90000"/>
            </a:lnSpc>
            <a:spcBef>
              <a:spcPct val="0"/>
            </a:spcBef>
            <a:spcAft>
              <a:spcPct val="15000"/>
            </a:spcAft>
            <a:buChar char="•"/>
          </a:pPr>
          <a:r>
            <a:rPr lang="nl-NL" sz="1900" b="0" kern="1200"/>
            <a:t>Ethische overweging </a:t>
          </a:r>
          <a:endParaRPr lang="nl-NL" sz="1900" kern="1200"/>
        </a:p>
        <a:p>
          <a:pPr marL="171450" lvl="1" indent="-171450" algn="l" defTabSz="844550">
            <a:lnSpc>
              <a:spcPct val="90000"/>
            </a:lnSpc>
            <a:spcBef>
              <a:spcPct val="0"/>
            </a:spcBef>
            <a:spcAft>
              <a:spcPct val="15000"/>
            </a:spcAft>
            <a:buChar char="•"/>
          </a:pPr>
          <a:r>
            <a:rPr lang="nl-NL" sz="1900" b="0" kern="1200"/>
            <a:t>Validatie van bestaande dataset (reproduceerbaarheid)</a:t>
          </a:r>
          <a:endParaRPr lang="nl-NL" sz="1900" kern="1200"/>
        </a:p>
        <a:p>
          <a:pPr marL="171450" lvl="1" indent="-171450" algn="l" defTabSz="844550">
            <a:lnSpc>
              <a:spcPct val="90000"/>
            </a:lnSpc>
            <a:spcBef>
              <a:spcPct val="0"/>
            </a:spcBef>
            <a:spcAft>
              <a:spcPct val="15000"/>
            </a:spcAft>
            <a:buChar char="•"/>
          </a:pPr>
          <a:r>
            <a:rPr lang="nl-NL" sz="1900" b="0" kern="1200"/>
            <a:t>Stimulatie samenwerking tussen verschillende onderzoekers/disciplines</a:t>
          </a:r>
          <a:endParaRPr lang="nl-NL" sz="1900" kern="1200"/>
        </a:p>
        <a:p>
          <a:pPr marL="171450" lvl="1" indent="-171450" algn="l" defTabSz="844550">
            <a:lnSpc>
              <a:spcPct val="90000"/>
            </a:lnSpc>
            <a:spcBef>
              <a:spcPct val="0"/>
            </a:spcBef>
            <a:spcAft>
              <a:spcPct val="15000"/>
            </a:spcAft>
            <a:buChar char="•"/>
          </a:pPr>
          <a:r>
            <a:rPr lang="nl-NL" sz="1900" b="0" kern="1200"/>
            <a:t>Bekendheid van onderzoek: mogelijkheid tot internationaal &amp; longitudinal onderzoek</a:t>
          </a:r>
          <a:endParaRPr lang="nl-NL" sz="1900" kern="1200"/>
        </a:p>
      </dsp:txBody>
      <dsp:txXfrm rot="-5400000">
        <a:off x="3749457" y="575578"/>
        <a:ext cx="6504052" cy="2988124"/>
      </dsp:txXfrm>
    </dsp:sp>
    <dsp:sp modelId="{2C1A278E-5D9A-43FE-8053-7D31C3409E08}">
      <dsp:nvSpPr>
        <dsp:cNvPr id="0" name=""/>
        <dsp:cNvSpPr/>
      </dsp:nvSpPr>
      <dsp:spPr>
        <a:xfrm>
          <a:off x="0" y="0"/>
          <a:ext cx="3749457" cy="4139280"/>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lang="nl-NL" sz="3500" b="1" kern="1200"/>
            <a:t>Waarom data hergebruiken? </a:t>
          </a:r>
          <a:endParaRPr lang="nl-NL" sz="3500" kern="1200"/>
        </a:p>
      </dsp:txBody>
      <dsp:txXfrm>
        <a:off x="183033" y="183033"/>
        <a:ext cx="3383391" cy="37732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619CDE-EE40-4941-9F45-40BA25DFE717}">
      <dsp:nvSpPr>
        <dsp:cNvPr id="0" name=""/>
        <dsp:cNvSpPr/>
      </dsp:nvSpPr>
      <dsp:spPr>
        <a:xfrm rot="5400000">
          <a:off x="6720902" y="-2435448"/>
          <a:ext cx="1866355" cy="7203840"/>
        </a:xfrm>
        <a:prstGeom prst="round2SameRect">
          <a:avLst/>
        </a:prstGeom>
        <a:solidFill>
          <a:schemeClr val="accent1">
            <a:alpha val="90000"/>
            <a:tint val="40000"/>
            <a:hueOff val="0"/>
            <a:satOff val="0"/>
            <a:lumOff val="0"/>
            <a:alphaOff val="0"/>
          </a:schemeClr>
        </a:solidFill>
        <a:ln w="9525" cap="flat" cmpd="sng" algn="ctr">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nl-NL" sz="1800" b="0" kern="1200"/>
            <a:t>Data hergebruiken om nieuwe onderzoeksvragen te beantwoorden</a:t>
          </a:r>
          <a:endParaRPr lang="nl-NL" sz="1800" kern="1200"/>
        </a:p>
        <a:p>
          <a:pPr marL="171450" lvl="1" indent="-171450" algn="l" defTabSz="800100">
            <a:lnSpc>
              <a:spcPct val="90000"/>
            </a:lnSpc>
            <a:spcBef>
              <a:spcPct val="0"/>
            </a:spcBef>
            <a:spcAft>
              <a:spcPct val="15000"/>
            </a:spcAft>
            <a:buChar char="•"/>
          </a:pPr>
          <a:r>
            <a:rPr lang="nl-NL" sz="1800" b="0" kern="1200" dirty="0"/>
            <a:t>Documentatie van data om andermans methode te hergebruiken of eigen methodologie te ontwikkelen</a:t>
          </a:r>
          <a:endParaRPr lang="nl-NL" sz="1800" kern="1200" dirty="0"/>
        </a:p>
        <a:p>
          <a:pPr marL="171450" lvl="1" indent="-171450" algn="l" defTabSz="800100">
            <a:lnSpc>
              <a:spcPct val="90000"/>
            </a:lnSpc>
            <a:spcBef>
              <a:spcPct val="0"/>
            </a:spcBef>
            <a:spcAft>
              <a:spcPct val="15000"/>
            </a:spcAft>
            <a:buChar char="•"/>
          </a:pPr>
          <a:r>
            <a:rPr lang="nl-NL" sz="1800" b="0" kern="1200" dirty="0"/>
            <a:t>Onderzoektools – vragenlijsten om je te inspireren of hergebruiken in eigen onderzoek</a:t>
          </a:r>
          <a:endParaRPr lang="nl-NL" sz="1800" kern="1200" dirty="0"/>
        </a:p>
        <a:p>
          <a:pPr marL="171450" lvl="1" indent="-171450" algn="l" defTabSz="800100">
            <a:lnSpc>
              <a:spcPct val="90000"/>
            </a:lnSpc>
            <a:spcBef>
              <a:spcPct val="0"/>
            </a:spcBef>
            <a:spcAft>
              <a:spcPct val="15000"/>
            </a:spcAft>
            <a:buChar char="•"/>
          </a:pPr>
          <a:r>
            <a:rPr lang="nl-NL" sz="1800" b="0" kern="1200"/>
            <a:t>Nieuwe data modellen te bouwen (Data Science) </a:t>
          </a:r>
          <a:endParaRPr lang="nl-NL" sz="1800" kern="1200"/>
        </a:p>
      </dsp:txBody>
      <dsp:txXfrm rot="-5400000">
        <a:off x="4052160" y="324402"/>
        <a:ext cx="7112732" cy="1684139"/>
      </dsp:txXfrm>
    </dsp:sp>
    <dsp:sp modelId="{2CD33C75-507B-447A-94EF-CFCD24968AC8}">
      <dsp:nvSpPr>
        <dsp:cNvPr id="0" name=""/>
        <dsp:cNvSpPr/>
      </dsp:nvSpPr>
      <dsp:spPr>
        <a:xfrm>
          <a:off x="0" y="0"/>
          <a:ext cx="4052160" cy="2332944"/>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nl-NL" sz="3600" b="1" kern="1200" dirty="0"/>
            <a:t>Hoe kun je data hergebruiken?</a:t>
          </a:r>
          <a:endParaRPr lang="nl-NL" sz="3600" kern="1200" dirty="0"/>
        </a:p>
      </dsp:txBody>
      <dsp:txXfrm>
        <a:off x="113885" y="113885"/>
        <a:ext cx="3824390" cy="21051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2D1657-E23C-4C80-BF52-E8CE6BF71C1C}">
      <dsp:nvSpPr>
        <dsp:cNvPr id="0" name=""/>
        <dsp:cNvSpPr/>
      </dsp:nvSpPr>
      <dsp:spPr>
        <a:xfrm>
          <a:off x="7492" y="1832727"/>
          <a:ext cx="3843703" cy="1537481"/>
        </a:xfrm>
        <a:prstGeom prst="chevron">
          <a:avLst/>
        </a:prstGeom>
        <a:solidFill>
          <a:schemeClr val="accent1">
            <a:hueOff val="0"/>
            <a:satOff val="0"/>
            <a:lumOff val="0"/>
            <a:alphaOff val="0"/>
          </a:schemeClr>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nl-NL" sz="2000" b="1" kern="1200" dirty="0"/>
            <a:t>Op welk moment in de </a:t>
          </a:r>
          <a:r>
            <a:rPr lang="nl-NL" sz="2000" b="1" kern="1200" dirty="0" err="1"/>
            <a:t>onderzoekscyclus</a:t>
          </a:r>
          <a:r>
            <a:rPr lang="nl-NL" sz="2000" b="1" kern="1200" dirty="0"/>
            <a:t> zoek je naar de data?</a:t>
          </a:r>
          <a:endParaRPr lang="nl-NL" sz="2000" kern="1200" dirty="0"/>
        </a:p>
      </dsp:txBody>
      <dsp:txXfrm>
        <a:off x="776233" y="1832727"/>
        <a:ext cx="2306222" cy="1537481"/>
      </dsp:txXfrm>
    </dsp:sp>
    <dsp:sp modelId="{57D57D4C-7A58-4E83-B1F7-6245D9E1CD7F}">
      <dsp:nvSpPr>
        <dsp:cNvPr id="0" name=""/>
        <dsp:cNvSpPr/>
      </dsp:nvSpPr>
      <dsp:spPr>
        <a:xfrm>
          <a:off x="3351514" y="1963413"/>
          <a:ext cx="3190274" cy="1276109"/>
        </a:xfrm>
        <a:prstGeom prst="chevron">
          <a:avLst/>
        </a:prstGeom>
        <a:solidFill>
          <a:schemeClr val="accent1">
            <a:alpha val="90000"/>
            <a:tint val="40000"/>
            <a:hueOff val="0"/>
            <a:satOff val="0"/>
            <a:lumOff val="0"/>
            <a:alphaOff val="0"/>
          </a:schemeClr>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t" anchorCtr="0">
          <a:noAutofit/>
        </a:bodyPr>
        <a:lstStyle/>
        <a:p>
          <a:pPr marL="0" lvl="0" indent="0" algn="l" defTabSz="488950">
            <a:lnSpc>
              <a:spcPct val="90000"/>
            </a:lnSpc>
            <a:spcBef>
              <a:spcPct val="0"/>
            </a:spcBef>
            <a:spcAft>
              <a:spcPct val="35000"/>
            </a:spcAft>
            <a:buNone/>
          </a:pPr>
          <a:r>
            <a:rPr lang="nl-NL" sz="1100" b="1" kern="1200" dirty="0"/>
            <a:t>Idee/Subsidieaanvraag/</a:t>
          </a:r>
        </a:p>
        <a:p>
          <a:pPr marL="0" lvl="0" indent="0" algn="l" defTabSz="488950">
            <a:lnSpc>
              <a:spcPct val="90000"/>
            </a:lnSpc>
            <a:spcBef>
              <a:spcPct val="0"/>
            </a:spcBef>
            <a:spcAft>
              <a:spcPct val="35000"/>
            </a:spcAft>
            <a:buNone/>
          </a:pPr>
          <a:r>
            <a:rPr lang="nl-NL" sz="1100" b="1" kern="1200" dirty="0" err="1"/>
            <a:t>orientatiefase</a:t>
          </a:r>
          <a:r>
            <a:rPr lang="nl-NL" sz="1100" b="1" kern="1200" dirty="0"/>
            <a:t>: </a:t>
          </a:r>
          <a:endParaRPr lang="nl-NL" sz="1100" kern="1200" dirty="0"/>
        </a:p>
        <a:p>
          <a:pPr marL="57150" lvl="1" indent="-57150" algn="l" defTabSz="488950">
            <a:lnSpc>
              <a:spcPct val="90000"/>
            </a:lnSpc>
            <a:spcBef>
              <a:spcPct val="0"/>
            </a:spcBef>
            <a:spcAft>
              <a:spcPct val="15000"/>
            </a:spcAft>
            <a:buChar char="•"/>
          </a:pPr>
          <a:r>
            <a:rPr lang="nl-NL" sz="1100" b="0" kern="1200" dirty="0"/>
            <a:t>Noodzaak van verzamelen nieuwe data onderbouwen</a:t>
          </a:r>
          <a:endParaRPr lang="nl-NL" sz="1100" kern="1200" dirty="0"/>
        </a:p>
        <a:p>
          <a:pPr marL="57150" lvl="1" indent="-57150" algn="l" defTabSz="488950">
            <a:lnSpc>
              <a:spcPct val="90000"/>
            </a:lnSpc>
            <a:spcBef>
              <a:spcPct val="0"/>
            </a:spcBef>
            <a:spcAft>
              <a:spcPct val="15000"/>
            </a:spcAft>
            <a:buChar char="•"/>
          </a:pPr>
          <a:r>
            <a:rPr lang="nl-NL" sz="1100" b="0" kern="1200" dirty="0"/>
            <a:t>Toepasbaarheid van dataset uitleggen </a:t>
          </a:r>
          <a:endParaRPr lang="nl-NL" sz="1100" kern="1200" dirty="0"/>
        </a:p>
        <a:p>
          <a:pPr marL="57150" lvl="1" indent="-57150" algn="l" defTabSz="488950">
            <a:lnSpc>
              <a:spcPct val="90000"/>
            </a:lnSpc>
            <a:spcBef>
              <a:spcPct val="0"/>
            </a:spcBef>
            <a:spcAft>
              <a:spcPct val="15000"/>
            </a:spcAft>
            <a:buChar char="•"/>
          </a:pPr>
          <a:r>
            <a:rPr lang="nl-NL" sz="1100" b="0" kern="1200" dirty="0"/>
            <a:t>Inspiratie</a:t>
          </a:r>
          <a:endParaRPr lang="nl-NL" sz="1100" kern="1200" dirty="0"/>
        </a:p>
      </dsp:txBody>
      <dsp:txXfrm>
        <a:off x="3989569" y="1963413"/>
        <a:ext cx="1914165" cy="1276109"/>
      </dsp:txXfrm>
    </dsp:sp>
    <dsp:sp modelId="{724FC1D2-C7D7-44E4-AE89-D87A6D7AA26C}">
      <dsp:nvSpPr>
        <dsp:cNvPr id="0" name=""/>
        <dsp:cNvSpPr/>
      </dsp:nvSpPr>
      <dsp:spPr>
        <a:xfrm>
          <a:off x="6095150" y="1963413"/>
          <a:ext cx="3190274" cy="1276109"/>
        </a:xfrm>
        <a:prstGeom prst="chevron">
          <a:avLst/>
        </a:prstGeom>
        <a:solidFill>
          <a:schemeClr val="accent1">
            <a:alpha val="90000"/>
            <a:tint val="40000"/>
            <a:hueOff val="0"/>
            <a:satOff val="0"/>
            <a:lumOff val="0"/>
            <a:alphaOff val="0"/>
          </a:schemeClr>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nl-NL" sz="1400" b="1" kern="1200" dirty="0"/>
            <a:t>Literatuuronderzoek: om relevante datasets te citeren</a:t>
          </a:r>
          <a:endParaRPr lang="nl-NL" sz="1400" kern="1200" dirty="0"/>
        </a:p>
      </dsp:txBody>
      <dsp:txXfrm>
        <a:off x="6733205" y="1963413"/>
        <a:ext cx="1914165" cy="1276109"/>
      </dsp:txXfrm>
    </dsp:sp>
    <dsp:sp modelId="{27150808-2378-4D60-A49B-C0874CAE9E76}">
      <dsp:nvSpPr>
        <dsp:cNvPr id="0" name=""/>
        <dsp:cNvSpPr/>
      </dsp:nvSpPr>
      <dsp:spPr>
        <a:xfrm>
          <a:off x="8838785" y="1963413"/>
          <a:ext cx="3190274" cy="1276109"/>
        </a:xfrm>
        <a:prstGeom prst="chevron">
          <a:avLst/>
        </a:prstGeom>
        <a:solidFill>
          <a:schemeClr val="accent1">
            <a:alpha val="90000"/>
            <a:tint val="40000"/>
            <a:hueOff val="0"/>
            <a:satOff val="0"/>
            <a:lumOff val="0"/>
            <a:alphaOff val="0"/>
          </a:schemeClr>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nl-NL" sz="1400" b="1" kern="1200"/>
            <a:t>Analyse: andere datasets als vergelijkingsmateriaal </a:t>
          </a:r>
          <a:endParaRPr lang="nl-NL" sz="1400" kern="1200"/>
        </a:p>
      </dsp:txBody>
      <dsp:txXfrm>
        <a:off x="9476840" y="1963413"/>
        <a:ext cx="1914165" cy="12761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66EC3-02F1-4319-8E8E-ECF68498FDBB}">
      <dsp:nvSpPr>
        <dsp:cNvPr id="0" name=""/>
        <dsp:cNvSpPr/>
      </dsp:nvSpPr>
      <dsp:spPr>
        <a:xfrm>
          <a:off x="0" y="1386698"/>
          <a:ext cx="1439235" cy="1635162"/>
        </a:xfrm>
        <a:prstGeom prst="roundRect">
          <a:avLst>
            <a:gd name="adj" fmla="val 10000"/>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nl-NL" sz="1600" b="0" kern="1200" dirty="0"/>
            <a:t>Wat is je </a:t>
          </a:r>
          <a:r>
            <a:rPr lang="nl-NL" sz="1600" b="0" kern="1200" dirty="0" err="1"/>
            <a:t>onderzoeks-vraag</a:t>
          </a:r>
          <a:r>
            <a:rPr lang="nl-NL" sz="1600" b="0" kern="1200" dirty="0"/>
            <a:t>?</a:t>
          </a:r>
          <a:endParaRPr lang="nl-NL" sz="1600" kern="1200" dirty="0"/>
        </a:p>
      </dsp:txBody>
      <dsp:txXfrm>
        <a:off x="42154" y="1428852"/>
        <a:ext cx="1354927" cy="1550854"/>
      </dsp:txXfrm>
    </dsp:sp>
    <dsp:sp modelId="{13B5F61B-B49F-40F2-966A-61F251E99A27}">
      <dsp:nvSpPr>
        <dsp:cNvPr id="0" name=""/>
        <dsp:cNvSpPr/>
      </dsp:nvSpPr>
      <dsp:spPr>
        <a:xfrm>
          <a:off x="1583158" y="2025814"/>
          <a:ext cx="305117" cy="356930"/>
        </a:xfrm>
        <a:prstGeom prst="rightArrow">
          <a:avLst>
            <a:gd name="adj1" fmla="val 60000"/>
            <a:gd name="adj2" fmla="val 50000"/>
          </a:avLst>
        </a:prstGeom>
        <a:gradFill rotWithShape="0">
          <a:gsLst>
            <a:gs pos="0">
              <a:schemeClr val="accent1">
                <a:tint val="60000"/>
                <a:hueOff val="0"/>
                <a:satOff val="0"/>
                <a:lumOff val="0"/>
                <a:alphaOff val="0"/>
                <a:shade val="51000"/>
              </a:schemeClr>
            </a:gs>
            <a:gs pos="80000">
              <a:schemeClr val="accent1">
                <a:tint val="60000"/>
                <a:hueOff val="0"/>
                <a:satOff val="0"/>
                <a:lumOff val="0"/>
                <a:alphaOff val="0"/>
                <a:shade val="93000"/>
              </a:schemeClr>
            </a:gs>
            <a:gs pos="100000">
              <a:schemeClr val="accent1">
                <a:tint val="60000"/>
                <a:hueOff val="0"/>
                <a:satOff val="0"/>
                <a:lumOff val="0"/>
                <a:alphaOff val="0"/>
                <a:shade val="94000"/>
              </a:schemeClr>
            </a:gs>
          </a:gsLst>
          <a:lin ang="16200000" scaled="0"/>
          <a:tileRect/>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1583158" y="2097200"/>
        <a:ext cx="213582" cy="214158"/>
      </dsp:txXfrm>
    </dsp:sp>
    <dsp:sp modelId="{55D23502-B9D8-4E57-9FCC-AEEFB9FBB6CD}">
      <dsp:nvSpPr>
        <dsp:cNvPr id="0" name=""/>
        <dsp:cNvSpPr/>
      </dsp:nvSpPr>
      <dsp:spPr>
        <a:xfrm>
          <a:off x="2014929" y="1386698"/>
          <a:ext cx="1439235" cy="1635162"/>
        </a:xfrm>
        <a:prstGeom prst="roundRect">
          <a:avLst>
            <a:gd name="adj" fmla="val 10000"/>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nl-NL" sz="1300" b="0" kern="1200" dirty="0"/>
            <a:t>Welke soort data heb je nodig (kwalitatieve, kwantitatieve, survey templates etc.)?</a:t>
          </a:r>
          <a:endParaRPr lang="nl-NL" sz="1300" kern="1200" dirty="0"/>
        </a:p>
      </dsp:txBody>
      <dsp:txXfrm>
        <a:off x="2057083" y="1428852"/>
        <a:ext cx="1354927" cy="1550854"/>
      </dsp:txXfrm>
    </dsp:sp>
    <dsp:sp modelId="{22449297-B434-467F-B936-504726C1BAB7}">
      <dsp:nvSpPr>
        <dsp:cNvPr id="0" name=""/>
        <dsp:cNvSpPr/>
      </dsp:nvSpPr>
      <dsp:spPr>
        <a:xfrm rot="19673">
          <a:off x="3588659" y="2031518"/>
          <a:ext cx="285140" cy="356930"/>
        </a:xfrm>
        <a:prstGeom prst="rightArrow">
          <a:avLst>
            <a:gd name="adj1" fmla="val 60000"/>
            <a:gd name="adj2" fmla="val 50000"/>
          </a:avLst>
        </a:prstGeom>
        <a:gradFill rotWithShape="0">
          <a:gsLst>
            <a:gs pos="0">
              <a:schemeClr val="accent1">
                <a:tint val="60000"/>
                <a:hueOff val="0"/>
                <a:satOff val="0"/>
                <a:lumOff val="0"/>
                <a:alphaOff val="0"/>
                <a:shade val="51000"/>
              </a:schemeClr>
            </a:gs>
            <a:gs pos="80000">
              <a:schemeClr val="accent1">
                <a:tint val="60000"/>
                <a:hueOff val="0"/>
                <a:satOff val="0"/>
                <a:lumOff val="0"/>
                <a:alphaOff val="0"/>
                <a:shade val="93000"/>
              </a:schemeClr>
            </a:gs>
            <a:gs pos="100000">
              <a:schemeClr val="accent1">
                <a:tint val="60000"/>
                <a:hueOff val="0"/>
                <a:satOff val="0"/>
                <a:lumOff val="0"/>
                <a:alphaOff val="0"/>
                <a:shade val="94000"/>
              </a:schemeClr>
            </a:gs>
          </a:gsLst>
          <a:lin ang="16200000" scaled="0"/>
          <a:tileRect/>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3588660" y="2102659"/>
        <a:ext cx="199598" cy="214158"/>
      </dsp:txXfrm>
    </dsp:sp>
    <dsp:sp modelId="{7C63349D-254E-4C4B-8DBC-4B21C63FF6FB}">
      <dsp:nvSpPr>
        <dsp:cNvPr id="0" name=""/>
        <dsp:cNvSpPr/>
      </dsp:nvSpPr>
      <dsp:spPr>
        <a:xfrm>
          <a:off x="3992155" y="1398014"/>
          <a:ext cx="1439235" cy="1635162"/>
        </a:xfrm>
        <a:prstGeom prst="roundRect">
          <a:avLst>
            <a:gd name="adj" fmla="val 10000"/>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nl-NL" sz="1300" b="0" kern="1200"/>
            <a:t>Welke variabelen heb je nodig (leeftijd, gender, beroep, etc.)?</a:t>
          </a:r>
          <a:endParaRPr lang="nl-NL" sz="1300" kern="1200"/>
        </a:p>
      </dsp:txBody>
      <dsp:txXfrm>
        <a:off x="4034309" y="1440168"/>
        <a:ext cx="1354927" cy="1550854"/>
      </dsp:txXfrm>
    </dsp:sp>
    <dsp:sp modelId="{3ACE94FB-6713-470F-A798-8901DDCAB877}">
      <dsp:nvSpPr>
        <dsp:cNvPr id="0" name=""/>
        <dsp:cNvSpPr/>
      </dsp:nvSpPr>
      <dsp:spPr>
        <a:xfrm rot="21581049">
          <a:off x="5584737" y="2031421"/>
          <a:ext cx="325104" cy="356930"/>
        </a:xfrm>
        <a:prstGeom prst="rightArrow">
          <a:avLst>
            <a:gd name="adj1" fmla="val 60000"/>
            <a:gd name="adj2" fmla="val 50000"/>
          </a:avLst>
        </a:prstGeom>
        <a:gradFill rotWithShape="0">
          <a:gsLst>
            <a:gs pos="0">
              <a:schemeClr val="accent1">
                <a:tint val="60000"/>
                <a:hueOff val="0"/>
                <a:satOff val="0"/>
                <a:lumOff val="0"/>
                <a:alphaOff val="0"/>
                <a:shade val="51000"/>
              </a:schemeClr>
            </a:gs>
            <a:gs pos="80000">
              <a:schemeClr val="accent1">
                <a:tint val="60000"/>
                <a:hueOff val="0"/>
                <a:satOff val="0"/>
                <a:lumOff val="0"/>
                <a:alphaOff val="0"/>
                <a:shade val="93000"/>
              </a:schemeClr>
            </a:gs>
            <a:gs pos="100000">
              <a:schemeClr val="accent1">
                <a:tint val="60000"/>
                <a:hueOff val="0"/>
                <a:satOff val="0"/>
                <a:lumOff val="0"/>
                <a:alphaOff val="0"/>
                <a:shade val="94000"/>
              </a:schemeClr>
            </a:gs>
          </a:gsLst>
          <a:lin ang="16200000" scaled="0"/>
          <a:tileRect/>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5584738" y="2103076"/>
        <a:ext cx="227573" cy="214158"/>
      </dsp:txXfrm>
    </dsp:sp>
    <dsp:sp modelId="{01C7D254-DB63-4E89-AFBC-C43F3CC52130}">
      <dsp:nvSpPr>
        <dsp:cNvPr id="0" name=""/>
        <dsp:cNvSpPr/>
      </dsp:nvSpPr>
      <dsp:spPr>
        <a:xfrm>
          <a:off x="6044787" y="1386698"/>
          <a:ext cx="1439235" cy="1635162"/>
        </a:xfrm>
        <a:prstGeom prst="roundRect">
          <a:avLst>
            <a:gd name="adj" fmla="val 10000"/>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nl-NL" sz="1300" b="0" kern="1200"/>
            <a:t>Wat wil je doen met de data?</a:t>
          </a:r>
          <a:endParaRPr lang="nl-NL" sz="1300" kern="1200"/>
        </a:p>
      </dsp:txBody>
      <dsp:txXfrm>
        <a:off x="6086941" y="1428852"/>
        <a:ext cx="1354927" cy="1550854"/>
      </dsp:txXfrm>
    </dsp:sp>
    <dsp:sp modelId="{2B0426D9-C75A-400B-8D7C-FA5BC65CA7BC}">
      <dsp:nvSpPr>
        <dsp:cNvPr id="0" name=""/>
        <dsp:cNvSpPr/>
      </dsp:nvSpPr>
      <dsp:spPr>
        <a:xfrm>
          <a:off x="7627945" y="2025814"/>
          <a:ext cx="305117" cy="356930"/>
        </a:xfrm>
        <a:prstGeom prst="rightArrow">
          <a:avLst>
            <a:gd name="adj1" fmla="val 60000"/>
            <a:gd name="adj2" fmla="val 50000"/>
          </a:avLst>
        </a:prstGeom>
        <a:gradFill rotWithShape="0">
          <a:gsLst>
            <a:gs pos="0">
              <a:schemeClr val="accent1">
                <a:tint val="60000"/>
                <a:hueOff val="0"/>
                <a:satOff val="0"/>
                <a:lumOff val="0"/>
                <a:alphaOff val="0"/>
                <a:shade val="51000"/>
              </a:schemeClr>
            </a:gs>
            <a:gs pos="80000">
              <a:schemeClr val="accent1">
                <a:tint val="60000"/>
                <a:hueOff val="0"/>
                <a:satOff val="0"/>
                <a:lumOff val="0"/>
                <a:alphaOff val="0"/>
                <a:shade val="93000"/>
              </a:schemeClr>
            </a:gs>
            <a:gs pos="100000">
              <a:schemeClr val="accent1">
                <a:tint val="60000"/>
                <a:hueOff val="0"/>
                <a:satOff val="0"/>
                <a:lumOff val="0"/>
                <a:alphaOff val="0"/>
                <a:shade val="94000"/>
              </a:schemeClr>
            </a:gs>
          </a:gsLst>
          <a:lin ang="16200000" scaled="0"/>
          <a:tileRect/>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7627945" y="2097200"/>
        <a:ext cx="213582" cy="214158"/>
      </dsp:txXfrm>
    </dsp:sp>
    <dsp:sp modelId="{789858C5-81B0-4E72-99B8-86CEB0FCA2B9}">
      <dsp:nvSpPr>
        <dsp:cNvPr id="0" name=""/>
        <dsp:cNvSpPr/>
      </dsp:nvSpPr>
      <dsp:spPr>
        <a:xfrm>
          <a:off x="8059716" y="1386698"/>
          <a:ext cx="1439235" cy="1635162"/>
        </a:xfrm>
        <a:prstGeom prst="roundRect">
          <a:avLst>
            <a:gd name="adj" fmla="val 10000"/>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nl-NL" sz="1300" b="0" kern="1200"/>
            <a:t>Met welke trefwoorden ga je zoeken?</a:t>
          </a:r>
          <a:endParaRPr lang="nl-NL" sz="1300" kern="1200"/>
        </a:p>
      </dsp:txBody>
      <dsp:txXfrm>
        <a:off x="8101870" y="1428852"/>
        <a:ext cx="1354927" cy="1550854"/>
      </dsp:txXfrm>
    </dsp:sp>
    <dsp:sp modelId="{76635C55-75C0-453F-89AC-6B1D45B7E914}">
      <dsp:nvSpPr>
        <dsp:cNvPr id="0" name=""/>
        <dsp:cNvSpPr/>
      </dsp:nvSpPr>
      <dsp:spPr>
        <a:xfrm>
          <a:off x="9642874" y="2025814"/>
          <a:ext cx="305117" cy="356930"/>
        </a:xfrm>
        <a:prstGeom prst="rightArrow">
          <a:avLst>
            <a:gd name="adj1" fmla="val 60000"/>
            <a:gd name="adj2" fmla="val 50000"/>
          </a:avLst>
        </a:prstGeom>
        <a:gradFill rotWithShape="0">
          <a:gsLst>
            <a:gs pos="0">
              <a:schemeClr val="accent1">
                <a:tint val="60000"/>
                <a:hueOff val="0"/>
                <a:satOff val="0"/>
                <a:lumOff val="0"/>
                <a:alphaOff val="0"/>
                <a:shade val="51000"/>
              </a:schemeClr>
            </a:gs>
            <a:gs pos="80000">
              <a:schemeClr val="accent1">
                <a:tint val="60000"/>
                <a:hueOff val="0"/>
                <a:satOff val="0"/>
                <a:lumOff val="0"/>
                <a:alphaOff val="0"/>
                <a:shade val="93000"/>
              </a:schemeClr>
            </a:gs>
            <a:gs pos="100000">
              <a:schemeClr val="accent1">
                <a:tint val="60000"/>
                <a:hueOff val="0"/>
                <a:satOff val="0"/>
                <a:lumOff val="0"/>
                <a:alphaOff val="0"/>
                <a:shade val="94000"/>
              </a:schemeClr>
            </a:gs>
          </a:gsLst>
          <a:lin ang="16200000" scaled="0"/>
          <a:tileRect/>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9642874" y="2097200"/>
        <a:ext cx="213582" cy="214158"/>
      </dsp:txXfrm>
    </dsp:sp>
    <dsp:sp modelId="{2FA8C5BF-E2CE-4C7D-8AF7-8374A0ECDC1D}">
      <dsp:nvSpPr>
        <dsp:cNvPr id="0" name=""/>
        <dsp:cNvSpPr/>
      </dsp:nvSpPr>
      <dsp:spPr>
        <a:xfrm>
          <a:off x="10074645" y="1386698"/>
          <a:ext cx="1439235" cy="1635162"/>
        </a:xfrm>
        <a:prstGeom prst="roundRect">
          <a:avLst>
            <a:gd name="adj" fmla="val 10000"/>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nl-NL" sz="1300" b="0" kern="1200"/>
            <a:t>Binnen welke context?</a:t>
          </a:r>
          <a:endParaRPr lang="nl-NL" sz="1300" kern="1200"/>
        </a:p>
        <a:p>
          <a:pPr marL="57150" lvl="1" indent="-57150" algn="l" defTabSz="444500">
            <a:lnSpc>
              <a:spcPct val="90000"/>
            </a:lnSpc>
            <a:spcBef>
              <a:spcPct val="0"/>
            </a:spcBef>
            <a:spcAft>
              <a:spcPct val="15000"/>
            </a:spcAft>
            <a:buChar char="•"/>
          </a:pPr>
          <a:r>
            <a:rPr lang="nl-NL" sz="1000" b="0" kern="1200"/>
            <a:t>Discipline</a:t>
          </a:r>
          <a:endParaRPr lang="nl-NL" sz="1000" kern="1200"/>
        </a:p>
        <a:p>
          <a:pPr marL="57150" lvl="1" indent="-57150" algn="l" defTabSz="444500">
            <a:lnSpc>
              <a:spcPct val="90000"/>
            </a:lnSpc>
            <a:spcBef>
              <a:spcPct val="0"/>
            </a:spcBef>
            <a:spcAft>
              <a:spcPct val="15000"/>
            </a:spcAft>
            <a:buChar char="•"/>
          </a:pPr>
          <a:r>
            <a:rPr lang="nl-NL" sz="1000" b="0" kern="1200"/>
            <a:t>Geografie</a:t>
          </a:r>
          <a:endParaRPr lang="nl-NL" sz="1000" kern="1200"/>
        </a:p>
        <a:p>
          <a:pPr marL="57150" lvl="1" indent="-57150" algn="l" defTabSz="444500">
            <a:lnSpc>
              <a:spcPct val="90000"/>
            </a:lnSpc>
            <a:spcBef>
              <a:spcPct val="0"/>
            </a:spcBef>
            <a:spcAft>
              <a:spcPct val="15000"/>
            </a:spcAft>
            <a:buChar char="•"/>
          </a:pPr>
          <a:r>
            <a:rPr lang="nl-NL" sz="1000" b="0" kern="1200"/>
            <a:t>Tijdspad</a:t>
          </a:r>
          <a:endParaRPr lang="nl-NL" sz="1000" kern="1200"/>
        </a:p>
        <a:p>
          <a:pPr marL="57150" lvl="1" indent="-57150" algn="l" defTabSz="444500">
            <a:lnSpc>
              <a:spcPct val="90000"/>
            </a:lnSpc>
            <a:spcBef>
              <a:spcPct val="0"/>
            </a:spcBef>
            <a:spcAft>
              <a:spcPct val="15000"/>
            </a:spcAft>
            <a:buChar char="•"/>
          </a:pPr>
          <a:r>
            <a:rPr lang="nl-NL" sz="1000" b="0" kern="1200"/>
            <a:t>Doelgroep</a:t>
          </a:r>
          <a:endParaRPr lang="nl-NL" sz="1000" kern="1200"/>
        </a:p>
        <a:p>
          <a:pPr marL="57150" lvl="1" indent="-57150" algn="l" defTabSz="444500">
            <a:lnSpc>
              <a:spcPct val="90000"/>
            </a:lnSpc>
            <a:spcBef>
              <a:spcPct val="0"/>
            </a:spcBef>
            <a:spcAft>
              <a:spcPct val="15000"/>
            </a:spcAft>
            <a:buChar char="•"/>
          </a:pPr>
          <a:r>
            <a:rPr lang="nl-NL" sz="1000" b="0" kern="1200"/>
            <a:t>Metadatastandaard </a:t>
          </a:r>
          <a:endParaRPr lang="nl-NL" sz="1000" kern="1200"/>
        </a:p>
        <a:p>
          <a:pPr marL="57150" lvl="1" indent="-57150" algn="l" defTabSz="444500">
            <a:lnSpc>
              <a:spcPct val="90000"/>
            </a:lnSpc>
            <a:spcBef>
              <a:spcPct val="0"/>
            </a:spcBef>
            <a:spcAft>
              <a:spcPct val="15000"/>
            </a:spcAft>
            <a:buChar char="•"/>
          </a:pPr>
          <a:r>
            <a:rPr lang="nl-NL" sz="1000" b="0" kern="1200"/>
            <a:t>Open Access (licentie)</a:t>
          </a:r>
          <a:endParaRPr lang="nl-NL" sz="1000" kern="1200"/>
        </a:p>
      </dsp:txBody>
      <dsp:txXfrm>
        <a:off x="10116799" y="1428852"/>
        <a:ext cx="1354927" cy="15508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A7768D-6AD0-454F-9100-F2480F0D89C3}">
      <dsp:nvSpPr>
        <dsp:cNvPr id="0" name=""/>
        <dsp:cNvSpPr/>
      </dsp:nvSpPr>
      <dsp:spPr>
        <a:xfrm>
          <a:off x="5490" y="0"/>
          <a:ext cx="5281589" cy="3975120"/>
        </a:xfrm>
        <a:prstGeom prst="roundRect">
          <a:avLst>
            <a:gd name="adj" fmla="val 10000"/>
          </a:avLst>
        </a:prstGeom>
        <a:gradFill rotWithShape="0">
          <a:gsLst>
            <a:gs pos="0">
              <a:schemeClr val="accent1">
                <a:tint val="40000"/>
                <a:hueOff val="0"/>
                <a:satOff val="0"/>
                <a:lumOff val="0"/>
                <a:alphaOff val="0"/>
                <a:shade val="51000"/>
              </a:schemeClr>
            </a:gs>
            <a:gs pos="80000">
              <a:schemeClr val="accent1">
                <a:tint val="40000"/>
                <a:hueOff val="0"/>
                <a:satOff val="0"/>
                <a:lumOff val="0"/>
                <a:alphaOff val="0"/>
                <a:shade val="93000"/>
              </a:schemeClr>
            </a:gs>
            <a:gs pos="100000">
              <a:schemeClr val="accent1">
                <a:tint val="40000"/>
                <a:hueOff val="0"/>
                <a:satOff val="0"/>
                <a:lumOff val="0"/>
                <a:alphaOff val="0"/>
                <a:shade val="94000"/>
              </a:schemeClr>
            </a:gs>
          </a:gsLst>
          <a:lin ang="16200000" scaled="0"/>
          <a:tileRect/>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nl-NL" sz="2900" b="1" kern="1200" dirty="0">
              <a:solidFill>
                <a:schemeClr val="tx1"/>
              </a:solidFill>
            </a:rPr>
            <a:t>Generieke zoekmachines</a:t>
          </a:r>
          <a:endParaRPr lang="nl-NL" sz="2900" kern="1200" dirty="0">
            <a:solidFill>
              <a:schemeClr val="tx1"/>
            </a:solidFill>
          </a:endParaRPr>
        </a:p>
      </dsp:txBody>
      <dsp:txXfrm>
        <a:off x="5490" y="0"/>
        <a:ext cx="5281589" cy="1192536"/>
      </dsp:txXfrm>
    </dsp:sp>
    <dsp:sp modelId="{B7B4BC48-FBE1-4903-B769-3D158881B0ED}">
      <dsp:nvSpPr>
        <dsp:cNvPr id="0" name=""/>
        <dsp:cNvSpPr/>
      </dsp:nvSpPr>
      <dsp:spPr>
        <a:xfrm>
          <a:off x="533649" y="1193700"/>
          <a:ext cx="4225271" cy="1198553"/>
        </a:xfrm>
        <a:prstGeom prst="roundRect">
          <a:avLst>
            <a:gd name="adj" fmla="val 10000"/>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1760" tIns="83820" rIns="111760" bIns="83820" numCol="1" spcCol="1270" anchor="ctr" anchorCtr="0">
          <a:noAutofit/>
        </a:bodyPr>
        <a:lstStyle/>
        <a:p>
          <a:pPr marL="0" lvl="0" indent="0" algn="ctr" defTabSz="1955800">
            <a:lnSpc>
              <a:spcPct val="90000"/>
            </a:lnSpc>
            <a:spcBef>
              <a:spcPct val="0"/>
            </a:spcBef>
            <a:spcAft>
              <a:spcPct val="35000"/>
            </a:spcAft>
            <a:buNone/>
          </a:pPr>
          <a:r>
            <a:rPr lang="nl-NL" sz="4400" b="0" u="sng" kern="1200" dirty="0" err="1">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DataCite</a:t>
          </a:r>
          <a:r>
            <a:rPr lang="nl-NL" sz="4400" b="0" u="sng" kern="1200" dirty="0"/>
            <a:t> </a:t>
          </a:r>
          <a:endParaRPr lang="nl-NL" sz="4400" kern="1200" dirty="0"/>
        </a:p>
      </dsp:txBody>
      <dsp:txXfrm>
        <a:off x="568753" y="1228804"/>
        <a:ext cx="4155063" cy="1128345"/>
      </dsp:txXfrm>
    </dsp:sp>
    <dsp:sp modelId="{D2639F14-8895-447B-BBE4-48E52C3E3F35}">
      <dsp:nvSpPr>
        <dsp:cNvPr id="0" name=""/>
        <dsp:cNvSpPr/>
      </dsp:nvSpPr>
      <dsp:spPr>
        <a:xfrm>
          <a:off x="533649" y="2576646"/>
          <a:ext cx="4225271" cy="1198553"/>
        </a:xfrm>
        <a:prstGeom prst="roundRect">
          <a:avLst>
            <a:gd name="adj" fmla="val 10000"/>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1760" tIns="83820" rIns="111760" bIns="83820" numCol="1" spcCol="1270" anchor="ctr" anchorCtr="0">
          <a:noAutofit/>
        </a:bodyPr>
        <a:lstStyle/>
        <a:p>
          <a:pPr marL="0" lvl="0" indent="0" algn="ctr" defTabSz="1955800">
            <a:lnSpc>
              <a:spcPct val="90000"/>
            </a:lnSpc>
            <a:spcBef>
              <a:spcPct val="0"/>
            </a:spcBef>
            <a:spcAft>
              <a:spcPct val="35000"/>
            </a:spcAft>
            <a:buNone/>
          </a:pPr>
          <a:r>
            <a:rPr lang="nl-NL" sz="4400" b="0" u="sng" kern="120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Dataset Search</a:t>
          </a:r>
          <a:endParaRPr lang="nl-NL" sz="4400" kern="1200" dirty="0">
            <a:solidFill>
              <a:schemeClr val="bg1"/>
            </a:solidFill>
          </a:endParaRPr>
        </a:p>
      </dsp:txBody>
      <dsp:txXfrm>
        <a:off x="568753" y="2611750"/>
        <a:ext cx="4155063" cy="1128345"/>
      </dsp:txXfrm>
    </dsp:sp>
    <dsp:sp modelId="{5F307A60-FDAA-4AC0-B4C1-366FAAF12954}">
      <dsp:nvSpPr>
        <dsp:cNvPr id="0" name=""/>
        <dsp:cNvSpPr/>
      </dsp:nvSpPr>
      <dsp:spPr>
        <a:xfrm>
          <a:off x="5683199" y="0"/>
          <a:ext cx="5281589" cy="3975120"/>
        </a:xfrm>
        <a:prstGeom prst="roundRect">
          <a:avLst>
            <a:gd name="adj" fmla="val 10000"/>
          </a:avLst>
        </a:prstGeom>
        <a:gradFill rotWithShape="0">
          <a:gsLst>
            <a:gs pos="0">
              <a:schemeClr val="accent1">
                <a:tint val="40000"/>
                <a:hueOff val="0"/>
                <a:satOff val="0"/>
                <a:lumOff val="0"/>
                <a:alphaOff val="0"/>
                <a:shade val="51000"/>
              </a:schemeClr>
            </a:gs>
            <a:gs pos="80000">
              <a:schemeClr val="accent1">
                <a:tint val="40000"/>
                <a:hueOff val="0"/>
                <a:satOff val="0"/>
                <a:lumOff val="0"/>
                <a:alphaOff val="0"/>
                <a:shade val="93000"/>
              </a:schemeClr>
            </a:gs>
            <a:gs pos="100000">
              <a:schemeClr val="accent1">
                <a:tint val="40000"/>
                <a:hueOff val="0"/>
                <a:satOff val="0"/>
                <a:lumOff val="0"/>
                <a:alphaOff val="0"/>
                <a:shade val="94000"/>
              </a:schemeClr>
            </a:gs>
          </a:gsLst>
          <a:lin ang="16200000" scaled="0"/>
          <a:tileRect/>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nl-NL" sz="2900" b="1" kern="1200"/>
            <a:t>Vakspecifieke zoekmachines (sociale wetenschappen)</a:t>
          </a:r>
          <a:endParaRPr lang="nl-NL" sz="2900" kern="1200"/>
        </a:p>
      </dsp:txBody>
      <dsp:txXfrm>
        <a:off x="5683199" y="0"/>
        <a:ext cx="5281589" cy="1192536"/>
      </dsp:txXfrm>
    </dsp:sp>
    <dsp:sp modelId="{95D1A35C-07A5-4133-84C0-BA5CE3BE737A}">
      <dsp:nvSpPr>
        <dsp:cNvPr id="0" name=""/>
        <dsp:cNvSpPr/>
      </dsp:nvSpPr>
      <dsp:spPr>
        <a:xfrm>
          <a:off x="6211358" y="1193700"/>
          <a:ext cx="4225271" cy="1198553"/>
        </a:xfrm>
        <a:prstGeom prst="roundRect">
          <a:avLst>
            <a:gd name="adj" fmla="val 10000"/>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1760" tIns="83820" rIns="111760" bIns="83820" numCol="1" spcCol="1270" anchor="ctr" anchorCtr="0">
          <a:noAutofit/>
        </a:bodyPr>
        <a:lstStyle/>
        <a:p>
          <a:pPr marL="0" lvl="0" indent="0" algn="ctr" defTabSz="1955800">
            <a:lnSpc>
              <a:spcPct val="90000"/>
            </a:lnSpc>
            <a:spcBef>
              <a:spcPct val="0"/>
            </a:spcBef>
            <a:spcAft>
              <a:spcPct val="35000"/>
            </a:spcAft>
            <a:buNone/>
          </a:pPr>
          <a:r>
            <a:rPr lang="nl-NL" sz="4400" b="0" u="sng" kern="120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Portal </a:t>
          </a:r>
          <a:r>
            <a:rPr lang="nl-NL" sz="4400" b="0" u="sng" kern="1200" dirty="0" err="1">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Odissei</a:t>
          </a:r>
          <a:endParaRPr lang="nl-NL" sz="4400" kern="1200" dirty="0">
            <a:solidFill>
              <a:schemeClr val="bg1"/>
            </a:solidFill>
          </a:endParaRPr>
        </a:p>
      </dsp:txBody>
      <dsp:txXfrm>
        <a:off x="6246462" y="1228804"/>
        <a:ext cx="4155063" cy="1128345"/>
      </dsp:txXfrm>
    </dsp:sp>
    <dsp:sp modelId="{C8B37503-D0D7-414A-ABEC-1409B0E3A65C}">
      <dsp:nvSpPr>
        <dsp:cNvPr id="0" name=""/>
        <dsp:cNvSpPr/>
      </dsp:nvSpPr>
      <dsp:spPr>
        <a:xfrm>
          <a:off x="6211358" y="2576646"/>
          <a:ext cx="4225271" cy="1198553"/>
        </a:xfrm>
        <a:prstGeom prst="roundRect">
          <a:avLst>
            <a:gd name="adj" fmla="val 10000"/>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1760" tIns="83820" rIns="111760" bIns="83820" numCol="1" spcCol="1270" anchor="ctr" anchorCtr="0">
          <a:noAutofit/>
        </a:bodyPr>
        <a:lstStyle/>
        <a:p>
          <a:pPr marL="0" lvl="0" indent="0" algn="ctr" defTabSz="1955800">
            <a:lnSpc>
              <a:spcPct val="90000"/>
            </a:lnSpc>
            <a:spcBef>
              <a:spcPct val="0"/>
            </a:spcBef>
            <a:spcAft>
              <a:spcPct val="35000"/>
            </a:spcAft>
            <a:buNone/>
          </a:pPr>
          <a:r>
            <a:rPr lang="nl-NL" sz="4400" b="0" u="sng" kern="120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CESSDA</a:t>
          </a:r>
          <a:endParaRPr lang="nl-NL" sz="4400" kern="1200" dirty="0">
            <a:solidFill>
              <a:schemeClr val="bg1"/>
            </a:solidFill>
          </a:endParaRPr>
        </a:p>
      </dsp:txBody>
      <dsp:txXfrm>
        <a:off x="6246462" y="2611750"/>
        <a:ext cx="4155063" cy="11283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2E3CEF-B615-4E2A-B0DB-394954983B56}">
      <dsp:nvSpPr>
        <dsp:cNvPr id="0" name=""/>
        <dsp:cNvSpPr/>
      </dsp:nvSpPr>
      <dsp:spPr>
        <a:xfrm rot="5400000">
          <a:off x="6684176" y="-2540923"/>
          <a:ext cx="1551228" cy="7020979"/>
        </a:xfrm>
        <a:prstGeom prst="round2SameRect">
          <a:avLst/>
        </a:prstGeom>
        <a:solidFill>
          <a:schemeClr val="accent1">
            <a:alpha val="90000"/>
            <a:tint val="40000"/>
            <a:hueOff val="0"/>
            <a:satOff val="0"/>
            <a:lumOff val="0"/>
            <a:alphaOff val="0"/>
          </a:schemeClr>
        </a:solidFill>
        <a:ln w="9525" cap="flat" cmpd="sng" algn="ctr">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nl-NL" sz="2900" b="0" u="sng" kern="1200">
              <a:hlinkClick xmlns:r="http://schemas.openxmlformats.org/officeDocument/2006/relationships" r:id="" action="ppaction://noaction"/>
            </a:rPr>
            <a:t>Dans Data Stations</a:t>
          </a:r>
          <a:endParaRPr lang="nl-NL" sz="2900" kern="1200"/>
        </a:p>
        <a:p>
          <a:pPr marL="285750" lvl="1" indent="-285750" algn="l" defTabSz="1289050">
            <a:lnSpc>
              <a:spcPct val="90000"/>
            </a:lnSpc>
            <a:spcBef>
              <a:spcPct val="0"/>
            </a:spcBef>
            <a:spcAft>
              <a:spcPct val="15000"/>
            </a:spcAft>
            <a:buChar char="•"/>
          </a:pPr>
          <a:r>
            <a:rPr lang="nl-NL" sz="2900" b="0" u="sng" kern="1200"/>
            <a:t>Dataverse.nl</a:t>
          </a:r>
          <a:endParaRPr lang="nl-NL" sz="2900" kern="1200"/>
        </a:p>
        <a:p>
          <a:pPr marL="285750" lvl="1" indent="-285750" algn="l" defTabSz="1289050">
            <a:lnSpc>
              <a:spcPct val="90000"/>
            </a:lnSpc>
            <a:spcBef>
              <a:spcPct val="0"/>
            </a:spcBef>
            <a:spcAft>
              <a:spcPct val="15000"/>
            </a:spcAft>
            <a:buChar char="•"/>
          </a:pPr>
          <a:r>
            <a:rPr lang="nl-NL" sz="2900" b="0" u="sng" kern="1200">
              <a:hlinkClick xmlns:r="http://schemas.openxmlformats.org/officeDocument/2006/relationships" r:id="" action="ppaction://noaction"/>
            </a:rPr>
            <a:t>4TU.Research Data</a:t>
          </a:r>
          <a:endParaRPr lang="nl-NL" sz="2900" kern="1200"/>
        </a:p>
      </dsp:txBody>
      <dsp:txXfrm rot="-5400000">
        <a:off x="3949301" y="269677"/>
        <a:ext cx="6945254" cy="1399778"/>
      </dsp:txXfrm>
    </dsp:sp>
    <dsp:sp modelId="{08DAF1E6-2A76-499A-AE5D-6EF3861A62DE}">
      <dsp:nvSpPr>
        <dsp:cNvPr id="0" name=""/>
        <dsp:cNvSpPr/>
      </dsp:nvSpPr>
      <dsp:spPr>
        <a:xfrm>
          <a:off x="0" y="48"/>
          <a:ext cx="3949300" cy="1939035"/>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nl-NL" sz="3900" b="1" kern="1200"/>
            <a:t>Nederlandse data repositories</a:t>
          </a:r>
          <a:endParaRPr lang="nl-NL" sz="3900" kern="1200"/>
        </a:p>
      </dsp:txBody>
      <dsp:txXfrm>
        <a:off x="94656" y="94704"/>
        <a:ext cx="3759988" cy="1749723"/>
      </dsp:txXfrm>
    </dsp:sp>
    <dsp:sp modelId="{B6DCD958-E898-4FAA-A540-1131763240DC}">
      <dsp:nvSpPr>
        <dsp:cNvPr id="0" name=""/>
        <dsp:cNvSpPr/>
      </dsp:nvSpPr>
      <dsp:spPr>
        <a:xfrm rot="5400000">
          <a:off x="6684176" y="-504935"/>
          <a:ext cx="1551228" cy="7020979"/>
        </a:xfrm>
        <a:prstGeom prst="round2SameRect">
          <a:avLst/>
        </a:prstGeom>
        <a:solidFill>
          <a:schemeClr val="accent1">
            <a:alpha val="90000"/>
            <a:tint val="40000"/>
            <a:hueOff val="0"/>
            <a:satOff val="0"/>
            <a:lumOff val="0"/>
            <a:alphaOff val="0"/>
          </a:schemeClr>
        </a:solidFill>
        <a:ln w="9525" cap="flat" cmpd="sng" algn="ctr">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nl-NL" sz="2900" b="0" u="sng" kern="1200">
              <a:hlinkClick xmlns:r="http://schemas.openxmlformats.org/officeDocument/2006/relationships" r:id="" action="ppaction://noaction"/>
            </a:rPr>
            <a:t>Dryad</a:t>
          </a:r>
          <a:endParaRPr lang="nl-NL" sz="2900" kern="1200"/>
        </a:p>
      </dsp:txBody>
      <dsp:txXfrm rot="-5400000">
        <a:off x="3949301" y="2305665"/>
        <a:ext cx="6945254" cy="1399778"/>
      </dsp:txXfrm>
    </dsp:sp>
    <dsp:sp modelId="{7F197931-1738-40B0-AE2C-A305958FB7C0}">
      <dsp:nvSpPr>
        <dsp:cNvPr id="0" name=""/>
        <dsp:cNvSpPr/>
      </dsp:nvSpPr>
      <dsp:spPr>
        <a:xfrm>
          <a:off x="0" y="2036035"/>
          <a:ext cx="3949300" cy="1939035"/>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nl-NL" sz="3900" b="1" kern="1200"/>
            <a:t>Internationale data repositories</a:t>
          </a:r>
          <a:endParaRPr lang="nl-NL" sz="3900" kern="1200"/>
        </a:p>
      </dsp:txBody>
      <dsp:txXfrm>
        <a:off x="94656" y="2130691"/>
        <a:ext cx="3759988" cy="17497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A18B33-0848-4C55-940A-2367CC592C8F}">
      <dsp:nvSpPr>
        <dsp:cNvPr id="0" name=""/>
        <dsp:cNvSpPr/>
      </dsp:nvSpPr>
      <dsp:spPr>
        <a:xfrm>
          <a:off x="3332275" y="1818"/>
          <a:ext cx="3748809" cy="794969"/>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nl-NL" sz="2300" b="0" kern="120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Zenodo</a:t>
          </a:r>
          <a:endParaRPr lang="nl-NL" sz="2300" kern="1200" dirty="0">
            <a:solidFill>
              <a:schemeClr val="bg1"/>
            </a:solidFill>
          </a:endParaRPr>
        </a:p>
      </dsp:txBody>
      <dsp:txXfrm>
        <a:off x="3371082" y="40625"/>
        <a:ext cx="3671195" cy="717355"/>
      </dsp:txXfrm>
    </dsp:sp>
    <dsp:sp modelId="{392EF90C-6448-46AC-946A-F337DB9ACDCC}">
      <dsp:nvSpPr>
        <dsp:cNvPr id="0" name=""/>
        <dsp:cNvSpPr/>
      </dsp:nvSpPr>
      <dsp:spPr>
        <a:xfrm>
          <a:off x="3332275" y="836536"/>
          <a:ext cx="3748809" cy="794969"/>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nl-NL" sz="2300" b="0" kern="120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OSF</a:t>
          </a:r>
          <a:endParaRPr lang="nl-NL" sz="2300" kern="1200" dirty="0">
            <a:solidFill>
              <a:schemeClr val="bg1"/>
            </a:solidFill>
          </a:endParaRPr>
        </a:p>
      </dsp:txBody>
      <dsp:txXfrm>
        <a:off x="3371082" y="875343"/>
        <a:ext cx="3671195" cy="717355"/>
      </dsp:txXfrm>
    </dsp:sp>
    <dsp:sp modelId="{D0991D56-BD95-4981-B548-2019977362A8}">
      <dsp:nvSpPr>
        <dsp:cNvPr id="0" name=""/>
        <dsp:cNvSpPr/>
      </dsp:nvSpPr>
      <dsp:spPr>
        <a:xfrm>
          <a:off x="3332275" y="1671255"/>
          <a:ext cx="3748809" cy="794969"/>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nl-NL" sz="2300" b="0" kern="120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Open </a:t>
          </a:r>
          <a:r>
            <a:rPr lang="nl-NL" sz="2300" b="0" kern="1200" dirty="0" err="1">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Aire</a:t>
          </a:r>
          <a:endParaRPr lang="nl-NL" sz="2300" kern="1200" dirty="0">
            <a:solidFill>
              <a:schemeClr val="bg1"/>
            </a:solidFill>
          </a:endParaRPr>
        </a:p>
      </dsp:txBody>
      <dsp:txXfrm>
        <a:off x="3371082" y="1710062"/>
        <a:ext cx="3671195" cy="717355"/>
      </dsp:txXfrm>
    </dsp:sp>
    <dsp:sp modelId="{DE6D71C7-7F5D-407E-B63D-E628DD6EA6F2}">
      <dsp:nvSpPr>
        <dsp:cNvPr id="0" name=""/>
        <dsp:cNvSpPr/>
      </dsp:nvSpPr>
      <dsp:spPr>
        <a:xfrm>
          <a:off x="3332275" y="2505973"/>
          <a:ext cx="3748809" cy="794969"/>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nl-NL" sz="2300" b="0" kern="120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Open Alex</a:t>
          </a:r>
          <a:endParaRPr lang="nl-NL" sz="2300" kern="1200" dirty="0">
            <a:solidFill>
              <a:schemeClr val="bg1"/>
            </a:solidFill>
          </a:endParaRPr>
        </a:p>
      </dsp:txBody>
      <dsp:txXfrm>
        <a:off x="3371082" y="2544780"/>
        <a:ext cx="3671195" cy="717355"/>
      </dsp:txXfrm>
    </dsp:sp>
    <dsp:sp modelId="{3CB3BCF2-814A-4DEC-86D0-50D5D81ACE68}">
      <dsp:nvSpPr>
        <dsp:cNvPr id="0" name=""/>
        <dsp:cNvSpPr/>
      </dsp:nvSpPr>
      <dsp:spPr>
        <a:xfrm>
          <a:off x="3332275" y="3340691"/>
          <a:ext cx="3748809" cy="794969"/>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nl-NL" sz="2300" b="0" kern="120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Data </a:t>
          </a:r>
          <a:r>
            <a:rPr lang="nl-NL" sz="2300" b="0" kern="1200" dirty="0" err="1">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Citation</a:t>
          </a:r>
          <a:r>
            <a:rPr lang="nl-NL" sz="2300" b="0" kern="1200" dirty="0">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 Index: </a:t>
          </a:r>
          <a:r>
            <a:rPr lang="nl-NL" sz="2300" b="0" kern="1200" dirty="0" err="1">
              <a:solidFill>
                <a:schemeClr val="bg1"/>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Clarivate</a:t>
          </a:r>
          <a:endParaRPr lang="nl-NL" sz="2300" kern="1200" dirty="0">
            <a:solidFill>
              <a:schemeClr val="bg1"/>
            </a:solidFill>
          </a:endParaRPr>
        </a:p>
      </dsp:txBody>
      <dsp:txXfrm>
        <a:off x="3371082" y="3379498"/>
        <a:ext cx="3671195" cy="71735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750F0-59CD-4814-B7E0-2C2A3556BEFE}">
      <dsp:nvSpPr>
        <dsp:cNvPr id="0" name=""/>
        <dsp:cNvSpPr/>
      </dsp:nvSpPr>
      <dsp:spPr>
        <a:xfrm>
          <a:off x="0" y="55609"/>
          <a:ext cx="11853432" cy="1273071"/>
        </a:xfrm>
        <a:prstGeom prst="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w="9525" cap="flat" cmpd="sng" algn="ctr">
          <a:prstDash val="solid"/>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nl-NL" sz="3600" kern="1200" dirty="0"/>
            <a:t>Je kunt het volgende documenteren tijdens je zoekproces:</a:t>
          </a:r>
        </a:p>
      </dsp:txBody>
      <dsp:txXfrm>
        <a:off x="0" y="55609"/>
        <a:ext cx="11853432" cy="1273071"/>
      </dsp:txXfrm>
    </dsp:sp>
    <dsp:sp modelId="{4ED0ED6B-420F-4D3C-B517-A38C7F9B2EBA}">
      <dsp:nvSpPr>
        <dsp:cNvPr id="0" name=""/>
        <dsp:cNvSpPr/>
      </dsp:nvSpPr>
      <dsp:spPr>
        <a:xfrm>
          <a:off x="0" y="1328680"/>
          <a:ext cx="11853432" cy="3112830"/>
        </a:xfrm>
        <a:prstGeom prst="rect">
          <a:avLst/>
        </a:prstGeom>
        <a:solidFill>
          <a:schemeClr val="accent1">
            <a:alpha val="90000"/>
            <a:tint val="40000"/>
            <a:hueOff val="0"/>
            <a:satOff val="0"/>
            <a:lumOff val="0"/>
            <a:alphaOff val="0"/>
          </a:schemeClr>
        </a:solidFill>
        <a:ln w="9525" cap="flat" cmpd="sng" algn="ctr">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nl-NL" sz="2700" kern="1200" dirty="0"/>
            <a:t>De gebruikte </a:t>
          </a:r>
          <a:r>
            <a:rPr lang="nl-NL" sz="2700" kern="1200" dirty="0" err="1"/>
            <a:t>repository</a:t>
          </a:r>
          <a:r>
            <a:rPr lang="nl-NL" sz="2700" kern="1200" dirty="0"/>
            <a:t> en/of zoekmachine (noteer informatie  over bruikbaarheid, functionaliteiten en relevantie van een </a:t>
          </a:r>
          <a:r>
            <a:rPr lang="nl-NL" sz="2700" kern="1200" dirty="0" err="1"/>
            <a:t>repository</a:t>
          </a:r>
          <a:r>
            <a:rPr lang="nl-NL" sz="2700" kern="1200" dirty="0"/>
            <a:t> voor je onderzoeksvraag) </a:t>
          </a:r>
        </a:p>
        <a:p>
          <a:pPr marL="228600" lvl="1" indent="-228600" algn="l" defTabSz="1200150">
            <a:lnSpc>
              <a:spcPct val="90000"/>
            </a:lnSpc>
            <a:spcBef>
              <a:spcPct val="0"/>
            </a:spcBef>
            <a:spcAft>
              <a:spcPct val="15000"/>
            </a:spcAft>
            <a:buChar char="•"/>
          </a:pPr>
          <a:r>
            <a:rPr lang="nl-NL" sz="2700" kern="1200" dirty="0"/>
            <a:t>Gebruikte zoekwoorden en filters</a:t>
          </a:r>
        </a:p>
        <a:p>
          <a:pPr marL="228600" lvl="1" indent="-228600" algn="l" defTabSz="1200150">
            <a:lnSpc>
              <a:spcPct val="90000"/>
            </a:lnSpc>
            <a:spcBef>
              <a:spcPct val="0"/>
            </a:spcBef>
            <a:spcAft>
              <a:spcPct val="15000"/>
            </a:spcAft>
            <a:buChar char="•"/>
          </a:pPr>
          <a:r>
            <a:rPr lang="nl-NL" sz="2700" kern="1200"/>
            <a:t>Aantal gevonden resultaten</a:t>
          </a:r>
        </a:p>
        <a:p>
          <a:pPr marL="228600" lvl="1" indent="-228600" algn="l" defTabSz="1200150">
            <a:lnSpc>
              <a:spcPct val="90000"/>
            </a:lnSpc>
            <a:spcBef>
              <a:spcPct val="0"/>
            </a:spcBef>
            <a:spcAft>
              <a:spcPct val="15000"/>
            </a:spcAft>
            <a:buChar char="•"/>
          </a:pPr>
          <a:r>
            <a:rPr lang="nl-NL" sz="2700" kern="1200"/>
            <a:t>Of de zoekopdracht nuttig was voor jouw onderwerp</a:t>
          </a:r>
        </a:p>
        <a:p>
          <a:pPr marL="228600" lvl="1" indent="-228600" algn="l" defTabSz="1200150">
            <a:lnSpc>
              <a:spcPct val="90000"/>
            </a:lnSpc>
            <a:spcBef>
              <a:spcPct val="0"/>
            </a:spcBef>
            <a:spcAft>
              <a:spcPct val="15000"/>
            </a:spcAft>
            <a:buChar char="•"/>
          </a:pPr>
          <a:r>
            <a:rPr lang="nl-NL" sz="2700" kern="1200" dirty="0"/>
            <a:t>Datum</a:t>
          </a:r>
        </a:p>
      </dsp:txBody>
      <dsp:txXfrm>
        <a:off x="0" y="1328680"/>
        <a:ext cx="11853432" cy="311283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11FE0-4154-446A-A28A-331E0ECFDE42}">
      <dsp:nvSpPr>
        <dsp:cNvPr id="0" name=""/>
        <dsp:cNvSpPr/>
      </dsp:nvSpPr>
      <dsp:spPr>
        <a:xfrm rot="5400000">
          <a:off x="5598072" y="-1488240"/>
          <a:ext cx="2941056" cy="6652800"/>
        </a:xfrm>
        <a:prstGeom prst="round2SameRect">
          <a:avLst/>
        </a:prstGeom>
        <a:solidFill>
          <a:schemeClr val="accent1">
            <a:alpha val="90000"/>
            <a:tint val="40000"/>
            <a:hueOff val="0"/>
            <a:satOff val="0"/>
            <a:lumOff val="0"/>
            <a:alphaOff val="0"/>
          </a:schemeClr>
        </a:solidFill>
        <a:ln w="9525" cap="flat" cmpd="sng" algn="ctr">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nl-NL" sz="2500" b="0" kern="1200"/>
            <a:t>Hoe de dataset toegankelijk is (open, onder embargo, beperkt, gesloten)</a:t>
          </a:r>
          <a:endParaRPr lang="nl-NL" sz="2500" kern="1200"/>
        </a:p>
        <a:p>
          <a:pPr marL="228600" lvl="1" indent="-228600" algn="l" defTabSz="1111250">
            <a:lnSpc>
              <a:spcPct val="90000"/>
            </a:lnSpc>
            <a:spcBef>
              <a:spcPct val="0"/>
            </a:spcBef>
            <a:spcAft>
              <a:spcPct val="15000"/>
            </a:spcAft>
            <a:buChar char="•"/>
          </a:pPr>
          <a:r>
            <a:rPr lang="nl-NL" sz="2500" b="0" kern="1200"/>
            <a:t>Link naar persistente identificatoren (bijv. DOI)</a:t>
          </a:r>
          <a:endParaRPr lang="nl-NL" sz="2500" kern="1200"/>
        </a:p>
        <a:p>
          <a:pPr marL="228600" lvl="1" indent="-228600" algn="l" defTabSz="1111250">
            <a:lnSpc>
              <a:spcPct val="90000"/>
            </a:lnSpc>
            <a:spcBef>
              <a:spcPct val="0"/>
            </a:spcBef>
            <a:spcAft>
              <a:spcPct val="15000"/>
            </a:spcAft>
            <a:buChar char="•"/>
          </a:pPr>
          <a:r>
            <a:rPr lang="nl-NL" sz="2500" b="0" kern="1200"/>
            <a:t>Datum</a:t>
          </a:r>
          <a:endParaRPr lang="nl-NL" sz="2500" kern="1200"/>
        </a:p>
        <a:p>
          <a:pPr marL="228600" lvl="1" indent="-228600" algn="l" defTabSz="1111250">
            <a:lnSpc>
              <a:spcPct val="90000"/>
            </a:lnSpc>
            <a:spcBef>
              <a:spcPct val="0"/>
            </a:spcBef>
            <a:spcAft>
              <a:spcPct val="15000"/>
            </a:spcAft>
            <a:buChar char="•"/>
          </a:pPr>
          <a:r>
            <a:rPr lang="nl-NL" sz="2500" b="0" kern="1200"/>
            <a:t>Je kunt de datasets toevoegen aan je reference manager (handmatig) </a:t>
          </a:r>
          <a:endParaRPr lang="nl-NL" sz="2500" kern="1200"/>
        </a:p>
      </dsp:txBody>
      <dsp:txXfrm rot="-5400000">
        <a:off x="3742201" y="511202"/>
        <a:ext cx="6509229" cy="2653914"/>
      </dsp:txXfrm>
    </dsp:sp>
    <dsp:sp modelId="{B9A0811A-4F46-4D68-8C28-24E52A480471}">
      <dsp:nvSpPr>
        <dsp:cNvPr id="0" name=""/>
        <dsp:cNvSpPr/>
      </dsp:nvSpPr>
      <dsp:spPr>
        <a:xfrm>
          <a:off x="0" y="0"/>
          <a:ext cx="3742200" cy="3676320"/>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nl-NL" sz="3200" b="0" kern="1200" dirty="0"/>
            <a:t>Wanneer je datasets hebt gevonden, kun je het volgende documenteren:</a:t>
          </a:r>
          <a:endParaRPr lang="nl-NL" sz="3200" kern="1200" dirty="0"/>
        </a:p>
      </dsp:txBody>
      <dsp:txXfrm>
        <a:off x="179463" y="179463"/>
        <a:ext cx="3383274" cy="331739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8717A3-A115-4D2A-A650-EA37125C64F4}">
      <dsp:nvSpPr>
        <dsp:cNvPr id="0" name=""/>
        <dsp:cNvSpPr/>
      </dsp:nvSpPr>
      <dsp:spPr>
        <a:xfrm>
          <a:off x="0" y="53459"/>
          <a:ext cx="10972079" cy="585000"/>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nl-NL" sz="2500" b="0" kern="1200"/>
            <a:t>Achtergrond van de auteurs</a:t>
          </a:r>
          <a:endParaRPr lang="nl-NL" sz="2500" kern="1200"/>
        </a:p>
      </dsp:txBody>
      <dsp:txXfrm>
        <a:off x="28557" y="82016"/>
        <a:ext cx="10914965" cy="527886"/>
      </dsp:txXfrm>
    </dsp:sp>
    <dsp:sp modelId="{92584C8A-1957-41C3-B7F3-E936C4785396}">
      <dsp:nvSpPr>
        <dsp:cNvPr id="0" name=""/>
        <dsp:cNvSpPr/>
      </dsp:nvSpPr>
      <dsp:spPr>
        <a:xfrm>
          <a:off x="0" y="710460"/>
          <a:ext cx="10972079" cy="585000"/>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nl-NL" sz="2500" b="0" kern="1200"/>
            <a:t>Affiliatie van de auteurs</a:t>
          </a:r>
          <a:endParaRPr lang="nl-NL" sz="2500" kern="1200"/>
        </a:p>
      </dsp:txBody>
      <dsp:txXfrm>
        <a:off x="28557" y="739017"/>
        <a:ext cx="10914965" cy="527886"/>
      </dsp:txXfrm>
    </dsp:sp>
    <dsp:sp modelId="{7875882B-8B04-4801-97BB-7E941179AE58}">
      <dsp:nvSpPr>
        <dsp:cNvPr id="0" name=""/>
        <dsp:cNvSpPr/>
      </dsp:nvSpPr>
      <dsp:spPr>
        <a:xfrm>
          <a:off x="0" y="1367460"/>
          <a:ext cx="10972079" cy="585000"/>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nl-NL" sz="2500" b="0" kern="1200"/>
            <a:t>Kwaliteit van publicaties gebaseerd op de dataset</a:t>
          </a:r>
          <a:endParaRPr lang="nl-NL" sz="2500" kern="1200"/>
        </a:p>
      </dsp:txBody>
      <dsp:txXfrm>
        <a:off x="28557" y="1396017"/>
        <a:ext cx="10914965" cy="527886"/>
      </dsp:txXfrm>
    </dsp:sp>
    <dsp:sp modelId="{5ED3D5F2-C3F4-42A9-AC3F-AD9F0B69DCC2}">
      <dsp:nvSpPr>
        <dsp:cNvPr id="0" name=""/>
        <dsp:cNvSpPr/>
      </dsp:nvSpPr>
      <dsp:spPr>
        <a:xfrm>
          <a:off x="0" y="2024460"/>
          <a:ext cx="10972079" cy="585000"/>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nl-NL" sz="2500" b="0" kern="1200"/>
            <a:t>Kwaliteit van data repository</a:t>
          </a:r>
          <a:endParaRPr lang="nl-NL" sz="2500" kern="1200"/>
        </a:p>
      </dsp:txBody>
      <dsp:txXfrm>
        <a:off x="28557" y="2053017"/>
        <a:ext cx="10914965" cy="527886"/>
      </dsp:txXfrm>
    </dsp:sp>
    <dsp:sp modelId="{009D078E-D17C-4933-8B6F-8FC678D552A4}">
      <dsp:nvSpPr>
        <dsp:cNvPr id="0" name=""/>
        <dsp:cNvSpPr/>
      </dsp:nvSpPr>
      <dsp:spPr>
        <a:xfrm>
          <a:off x="0" y="2681460"/>
          <a:ext cx="10972079" cy="585000"/>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nl-NL" sz="2500" b="0" kern="1200" dirty="0"/>
            <a:t>Kwaliteit van metadata, read.me, datadocumentatie</a:t>
          </a:r>
          <a:endParaRPr lang="nl-NL" sz="2500" kern="1200" dirty="0"/>
        </a:p>
      </dsp:txBody>
      <dsp:txXfrm>
        <a:off x="28557" y="2710017"/>
        <a:ext cx="10914965" cy="527886"/>
      </dsp:txXfrm>
    </dsp:sp>
    <dsp:sp modelId="{A8257656-EC63-4091-BA58-7F0C441D01F7}">
      <dsp:nvSpPr>
        <dsp:cNvPr id="0" name=""/>
        <dsp:cNvSpPr/>
      </dsp:nvSpPr>
      <dsp:spPr>
        <a:xfrm>
          <a:off x="0" y="3338460"/>
          <a:ext cx="10972079" cy="585000"/>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nl-NL" sz="2500" b="0" kern="1200"/>
            <a:t>Naleven van wetgeving</a:t>
          </a:r>
          <a:endParaRPr lang="nl-NL" sz="2500" kern="1200"/>
        </a:p>
      </dsp:txBody>
      <dsp:txXfrm>
        <a:off x="28557" y="3367017"/>
        <a:ext cx="10914965" cy="52788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5FF167-B277-497D-A283-0258B4325568}">
      <dsp:nvSpPr>
        <dsp:cNvPr id="0" name=""/>
        <dsp:cNvSpPr/>
      </dsp:nvSpPr>
      <dsp:spPr>
        <a:xfrm rot="5400000">
          <a:off x="5870246" y="-1522605"/>
          <a:ext cx="3181536" cy="7022131"/>
        </a:xfrm>
        <a:prstGeom prst="round2SameRect">
          <a:avLst/>
        </a:prstGeom>
        <a:solidFill>
          <a:schemeClr val="accent1">
            <a:alpha val="90000"/>
            <a:tint val="40000"/>
            <a:hueOff val="0"/>
            <a:satOff val="0"/>
            <a:lumOff val="0"/>
            <a:alphaOff val="0"/>
          </a:schemeClr>
        </a:solidFill>
        <a:ln w="9525" cap="flat" cmpd="sng" algn="ctr">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4300" tIns="57150" rIns="114300" bIns="57150" numCol="1" spcCol="1270" anchor="ctr" anchorCtr="0">
          <a:noAutofit/>
        </a:bodyPr>
        <a:lstStyle/>
        <a:p>
          <a:pPr marL="285750" lvl="1" indent="-285750" algn="l" defTabSz="1333500">
            <a:lnSpc>
              <a:spcPct val="90000"/>
            </a:lnSpc>
            <a:spcBef>
              <a:spcPct val="0"/>
            </a:spcBef>
            <a:spcAft>
              <a:spcPct val="15000"/>
            </a:spcAft>
            <a:buChar char="•"/>
          </a:pPr>
          <a:r>
            <a:rPr lang="nl-NL" sz="3000" b="0" kern="1200"/>
            <a:t>Datarepositories bieden vaak datacitatie voorbeelden</a:t>
          </a:r>
          <a:endParaRPr lang="nl-NL" sz="3000" kern="1200"/>
        </a:p>
        <a:p>
          <a:pPr marL="285750" lvl="1" indent="-285750" algn="l" defTabSz="1333500">
            <a:lnSpc>
              <a:spcPct val="90000"/>
            </a:lnSpc>
            <a:spcBef>
              <a:spcPct val="0"/>
            </a:spcBef>
            <a:spcAft>
              <a:spcPct val="15000"/>
            </a:spcAft>
            <a:buChar char="•"/>
          </a:pPr>
          <a:r>
            <a:rPr lang="nl-NL" sz="3000" b="0" kern="1200"/>
            <a:t>Citeer de data volgens de regels van citatiestijl die je gebruikt in je artikel</a:t>
          </a:r>
          <a:endParaRPr lang="nl-NL" sz="3000" kern="1200"/>
        </a:p>
        <a:p>
          <a:pPr marL="285750" lvl="1" indent="-285750" algn="l" defTabSz="1333500">
            <a:lnSpc>
              <a:spcPct val="90000"/>
            </a:lnSpc>
            <a:spcBef>
              <a:spcPct val="0"/>
            </a:spcBef>
            <a:spcAft>
              <a:spcPct val="15000"/>
            </a:spcAft>
            <a:buChar char="•"/>
          </a:pPr>
          <a:r>
            <a:rPr lang="nl-NL" sz="3000" b="0" kern="1200"/>
            <a:t>Controleer de vereisten van het tijdschrift waarin je gaat publiceren </a:t>
          </a:r>
          <a:endParaRPr lang="nl-NL" sz="3000" kern="1200"/>
        </a:p>
      </dsp:txBody>
      <dsp:txXfrm rot="-5400000">
        <a:off x="3949949" y="553002"/>
        <a:ext cx="6866821" cy="2870916"/>
      </dsp:txXfrm>
    </dsp:sp>
    <dsp:sp modelId="{92EF6491-3A9B-40DC-9C74-E81B038C3363}">
      <dsp:nvSpPr>
        <dsp:cNvPr id="0" name=""/>
        <dsp:cNvSpPr/>
      </dsp:nvSpPr>
      <dsp:spPr>
        <a:xfrm>
          <a:off x="0" y="0"/>
          <a:ext cx="3949948" cy="3976920"/>
        </a:xfrm>
        <a:prstGeom prst="roundRect">
          <a:avLst/>
        </a:prstGeom>
        <a:gradFill rotWithShape="0">
          <a:gsLst>
            <a:gs pos="0">
              <a:schemeClr val="accent1">
                <a:hueOff val="0"/>
                <a:satOff val="0"/>
                <a:lumOff val="0"/>
                <a:alphaOff val="0"/>
                <a:shade val="51000"/>
              </a:schemeClr>
            </a:gs>
            <a:gs pos="80000">
              <a:schemeClr val="accent1">
                <a:hueOff val="0"/>
                <a:satOff val="0"/>
                <a:lumOff val="0"/>
                <a:alphaOff val="0"/>
                <a:shade val="93000"/>
              </a:schemeClr>
            </a:gs>
            <a:gs pos="100000">
              <a:schemeClr val="accent1">
                <a:hueOff val="0"/>
                <a:satOff val="0"/>
                <a:lumOff val="0"/>
                <a:alphaOff val="0"/>
                <a:shade val="94000"/>
              </a:schemeClr>
            </a:gs>
          </a:gsLst>
          <a:lin ang="16200000" scaled="0"/>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5740" tIns="102870" rIns="205740" bIns="102870" numCol="1" spcCol="1270" anchor="ctr" anchorCtr="0">
          <a:noAutofit/>
        </a:bodyPr>
        <a:lstStyle/>
        <a:p>
          <a:pPr marL="0" lvl="0" indent="0" algn="ctr" defTabSz="2400300">
            <a:lnSpc>
              <a:spcPct val="90000"/>
            </a:lnSpc>
            <a:spcBef>
              <a:spcPct val="0"/>
            </a:spcBef>
            <a:spcAft>
              <a:spcPct val="35000"/>
            </a:spcAft>
            <a:buNone/>
          </a:pPr>
          <a:r>
            <a:rPr lang="nl-NL" sz="5400" kern="1200" dirty="0"/>
            <a:t>Citeren van data</a:t>
          </a:r>
        </a:p>
      </dsp:txBody>
      <dsp:txXfrm>
        <a:off x="192821" y="192821"/>
        <a:ext cx="3564306" cy="359127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nl-NL" sz="1800" b="0" strike="noStrike" spc="-1">
                <a:solidFill>
                  <a:schemeClr val="dk1"/>
                </a:solidFill>
                <a:latin typeface="Arial"/>
              </a:rPr>
              <a:t>Klik om de dia te verplaatsen</a:t>
            </a:r>
          </a:p>
        </p:txBody>
      </p:sp>
      <p:sp>
        <p:nvSpPr>
          <p:cNvPr id="38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nl-NL" sz="2000" b="0" strike="noStrike" spc="-1">
                <a:solidFill>
                  <a:srgbClr val="000000"/>
                </a:solidFill>
                <a:latin typeface="Calibri"/>
              </a:rPr>
              <a:t>Klik om de opmaak van de notities te bewerken</a:t>
            </a:r>
          </a:p>
        </p:txBody>
      </p:sp>
      <p:sp>
        <p:nvSpPr>
          <p:cNvPr id="38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nl-NL" sz="1400" b="0" strike="noStrike" spc="-1">
                <a:solidFill>
                  <a:srgbClr val="000000"/>
                </a:solidFill>
                <a:latin typeface="Calibri"/>
              </a:rPr>
              <a:t>&lt;koptekst&gt;</a:t>
            </a:r>
          </a:p>
        </p:txBody>
      </p:sp>
      <p:sp>
        <p:nvSpPr>
          <p:cNvPr id="382" name="PlaceHolder 4"/>
          <p:cNvSpPr>
            <a:spLocks noGrp="1"/>
          </p:cNvSpPr>
          <p:nvPr>
            <p:ph type="dt" idx="17"/>
          </p:nvPr>
        </p:nvSpPr>
        <p:spPr>
          <a:xfrm>
            <a:off x="4278960" y="0"/>
            <a:ext cx="3280680" cy="534240"/>
          </a:xfrm>
          <a:prstGeom prst="rect">
            <a:avLst/>
          </a:prstGeom>
          <a:noFill/>
          <a:ln w="0">
            <a:noFill/>
          </a:ln>
        </p:spPr>
        <p:txBody>
          <a:bodyPr lIns="0" tIns="0" rIns="0" bIns="0" anchor="t">
            <a:noAutofit/>
          </a:bodyPr>
          <a:lstStyle>
            <a:lvl1pPr indent="0" algn="r">
              <a:buNone/>
              <a:defRPr lang="nl-NL" sz="1400" b="0" strike="noStrike" spc="-1">
                <a:solidFill>
                  <a:srgbClr val="000000"/>
                </a:solidFill>
                <a:latin typeface="Calibri"/>
              </a:defRPr>
            </a:lvl1pPr>
          </a:lstStyle>
          <a:p>
            <a:pPr indent="0" algn="r">
              <a:buNone/>
            </a:pPr>
            <a:r>
              <a:rPr lang="nl-NL" sz="1400" b="0" strike="noStrike" spc="-1">
                <a:solidFill>
                  <a:srgbClr val="000000"/>
                </a:solidFill>
                <a:latin typeface="Calibri"/>
              </a:rPr>
              <a:t>&lt;datum/tijd&gt;</a:t>
            </a:r>
          </a:p>
        </p:txBody>
      </p:sp>
      <p:sp>
        <p:nvSpPr>
          <p:cNvPr id="383" name="PlaceHolder 5"/>
          <p:cNvSpPr>
            <a:spLocks noGrp="1"/>
          </p:cNvSpPr>
          <p:nvPr>
            <p:ph type="ftr" idx="18"/>
          </p:nvPr>
        </p:nvSpPr>
        <p:spPr>
          <a:xfrm>
            <a:off x="0" y="10157400"/>
            <a:ext cx="3280680" cy="534240"/>
          </a:xfrm>
          <a:prstGeom prst="rect">
            <a:avLst/>
          </a:prstGeom>
          <a:noFill/>
          <a:ln w="0">
            <a:noFill/>
          </a:ln>
        </p:spPr>
        <p:txBody>
          <a:bodyPr lIns="0" tIns="0" rIns="0" bIns="0" anchor="b">
            <a:noAutofit/>
          </a:bodyPr>
          <a:lstStyle>
            <a:lvl1pPr indent="0">
              <a:buNone/>
              <a:defRPr lang="nl-NL" sz="1400" b="0" strike="noStrike" spc="-1">
                <a:solidFill>
                  <a:srgbClr val="000000"/>
                </a:solidFill>
                <a:latin typeface="Calibri"/>
              </a:defRPr>
            </a:lvl1pPr>
          </a:lstStyle>
          <a:p>
            <a:pPr indent="0">
              <a:buNone/>
            </a:pPr>
            <a:r>
              <a:rPr lang="nl-NL" sz="1400" b="0" strike="noStrike" spc="-1">
                <a:solidFill>
                  <a:srgbClr val="000000"/>
                </a:solidFill>
                <a:latin typeface="Calibri"/>
              </a:rPr>
              <a:t>&lt;voettekst&gt;</a:t>
            </a:r>
          </a:p>
        </p:txBody>
      </p:sp>
      <p:sp>
        <p:nvSpPr>
          <p:cNvPr id="384" name="PlaceHolder 6"/>
          <p:cNvSpPr>
            <a:spLocks noGrp="1"/>
          </p:cNvSpPr>
          <p:nvPr>
            <p:ph type="sldNum" idx="19"/>
          </p:nvPr>
        </p:nvSpPr>
        <p:spPr>
          <a:xfrm>
            <a:off x="4278960" y="10157400"/>
            <a:ext cx="3280680" cy="534240"/>
          </a:xfrm>
          <a:prstGeom prst="rect">
            <a:avLst/>
          </a:prstGeom>
          <a:noFill/>
          <a:ln w="0">
            <a:noFill/>
          </a:ln>
        </p:spPr>
        <p:txBody>
          <a:bodyPr lIns="0" tIns="0" rIns="0" bIns="0" anchor="b">
            <a:noAutofit/>
          </a:bodyPr>
          <a:lstStyle>
            <a:lvl1pPr indent="0" algn="r">
              <a:buNone/>
              <a:defRPr lang="nl-NL" sz="1400" b="0" strike="noStrike" spc="-1">
                <a:solidFill>
                  <a:srgbClr val="000000"/>
                </a:solidFill>
                <a:latin typeface="Calibri"/>
              </a:defRPr>
            </a:lvl1pPr>
          </a:lstStyle>
          <a:p>
            <a:pPr indent="0" algn="r">
              <a:buNone/>
            </a:pPr>
            <a:fld id="{0143F0E2-DB0E-42EC-BDB0-6AECCA58EB53}" type="slidenum">
              <a:rPr lang="nl-NL" sz="1400" b="0" strike="noStrike" spc="-1">
                <a:solidFill>
                  <a:srgbClr val="000000"/>
                </a:solidFill>
                <a:latin typeface="Calibri"/>
              </a:rPr>
              <a:t>‹nr.›</a:t>
            </a:fld>
            <a:endParaRPr lang="nl-NL"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noRot="1" noChangeAspect="1"/>
          </p:cNvSpPr>
          <p:nvPr>
            <p:ph type="sldImg"/>
          </p:nvPr>
        </p:nvSpPr>
        <p:spPr>
          <a:xfrm>
            <a:off x="573120" y="1336680"/>
            <a:ext cx="6411600" cy="3606480"/>
          </a:xfrm>
          <a:prstGeom prst="rect">
            <a:avLst/>
          </a:prstGeom>
          <a:ln w="0">
            <a:noFill/>
          </a:ln>
        </p:spPr>
      </p:sp>
      <p:sp>
        <p:nvSpPr>
          <p:cNvPr id="497" name="PlaceHolder 2"/>
          <p:cNvSpPr>
            <a:spLocks noGrp="1"/>
          </p:cNvSpPr>
          <p:nvPr>
            <p:ph type="body"/>
          </p:nvPr>
        </p:nvSpPr>
        <p:spPr>
          <a:xfrm>
            <a:off x="755640" y="5145120"/>
            <a:ext cx="6046200" cy="42080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GB" sz="2000" b="0" strike="noStrike" spc="-1">
                <a:solidFill>
                  <a:srgbClr val="000000"/>
                </a:solidFill>
                <a:latin typeface="Calibri"/>
              </a:rPr>
              <a:t>Renate</a:t>
            </a:r>
            <a:endParaRPr lang="nl-NL" sz="2000" b="0" strike="noStrike" spc="-1">
              <a:solidFill>
                <a:srgbClr val="000000"/>
              </a:solidFill>
              <a:latin typeface="Calibri"/>
            </a:endParaRPr>
          </a:p>
        </p:txBody>
      </p:sp>
      <p:sp>
        <p:nvSpPr>
          <p:cNvPr id="498" name="PlaceHolder 3"/>
          <p:cNvSpPr>
            <a:spLocks noGrp="1"/>
          </p:cNvSpPr>
          <p:nvPr>
            <p:ph type="sldNum" idx="22"/>
          </p:nvPr>
        </p:nvSpPr>
        <p:spPr>
          <a:xfrm>
            <a:off x="4281480" y="10155240"/>
            <a:ext cx="3274560" cy="5342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nl-NL" sz="1200" b="0" strike="noStrike" spc="-1">
                <a:solidFill>
                  <a:srgbClr val="000000"/>
                </a:solidFill>
                <a:latin typeface="Calibri"/>
                <a:ea typeface="+mn-ea"/>
              </a:defRPr>
            </a:lvl1pPr>
          </a:lstStyle>
          <a:p>
            <a:pPr indent="0" algn="r" defTabSz="914400">
              <a:lnSpc>
                <a:spcPct val="100000"/>
              </a:lnSpc>
              <a:buNone/>
              <a:tabLst>
                <a:tab pos="0" algn="l"/>
              </a:tabLst>
            </a:pPr>
            <a:fld id="{606C0E56-36F3-4B7D-9170-D83065F77F10}" type="slidenum">
              <a:rPr lang="nl-NL" sz="1200" b="0" strike="noStrike" spc="-1">
                <a:solidFill>
                  <a:srgbClr val="000000"/>
                </a:solidFill>
                <a:latin typeface="Calibri"/>
                <a:ea typeface="+mn-ea"/>
              </a:rPr>
              <a:t>4</a:t>
            </a:fld>
            <a:endParaRPr lang="nl-NL"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PlaceHolder 1"/>
          <p:cNvSpPr>
            <a:spLocks noGrp="1" noRot="1" noChangeAspect="1"/>
          </p:cNvSpPr>
          <p:nvPr>
            <p:ph type="sldImg"/>
          </p:nvPr>
        </p:nvSpPr>
        <p:spPr>
          <a:xfrm>
            <a:off x="573120" y="1336680"/>
            <a:ext cx="6411600" cy="3606480"/>
          </a:xfrm>
          <a:prstGeom prst="rect">
            <a:avLst/>
          </a:prstGeom>
          <a:ln w="0">
            <a:noFill/>
          </a:ln>
        </p:spPr>
      </p:sp>
      <p:sp>
        <p:nvSpPr>
          <p:cNvPr id="500" name="PlaceHolder 2"/>
          <p:cNvSpPr>
            <a:spLocks noGrp="1"/>
          </p:cNvSpPr>
          <p:nvPr>
            <p:ph type="body"/>
          </p:nvPr>
        </p:nvSpPr>
        <p:spPr>
          <a:xfrm>
            <a:off x="755640" y="5145120"/>
            <a:ext cx="6046200" cy="42080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GB" sz="2000" b="0" strike="noStrike" spc="-1">
                <a:solidFill>
                  <a:srgbClr val="000000"/>
                </a:solidFill>
                <a:latin typeface="Calibri"/>
              </a:rPr>
              <a:t>Marta</a:t>
            </a:r>
            <a:endParaRPr lang="nl-NL" sz="2000" b="0" strike="noStrike" spc="-1">
              <a:solidFill>
                <a:srgbClr val="000000"/>
              </a:solidFill>
              <a:latin typeface="Calibri"/>
            </a:endParaRPr>
          </a:p>
        </p:txBody>
      </p:sp>
      <p:sp>
        <p:nvSpPr>
          <p:cNvPr id="501" name="PlaceHolder 3"/>
          <p:cNvSpPr>
            <a:spLocks noGrp="1"/>
          </p:cNvSpPr>
          <p:nvPr>
            <p:ph type="sldNum" idx="23"/>
          </p:nvPr>
        </p:nvSpPr>
        <p:spPr>
          <a:xfrm>
            <a:off x="4281480" y="10155240"/>
            <a:ext cx="3274560" cy="5342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nl-NL" sz="1200" b="0" strike="noStrike" spc="-1">
                <a:solidFill>
                  <a:srgbClr val="000000"/>
                </a:solidFill>
                <a:latin typeface="Calibri"/>
                <a:ea typeface="+mn-ea"/>
              </a:defRPr>
            </a:lvl1pPr>
          </a:lstStyle>
          <a:p>
            <a:pPr indent="0" algn="r" defTabSz="914400">
              <a:lnSpc>
                <a:spcPct val="100000"/>
              </a:lnSpc>
              <a:buNone/>
              <a:tabLst>
                <a:tab pos="0" algn="l"/>
              </a:tabLst>
            </a:pPr>
            <a:fld id="{806C9265-7155-4208-8CA6-4507DBF6F65E}" type="slidenum">
              <a:rPr lang="nl-NL" sz="1200" b="0" strike="noStrike" spc="-1">
                <a:solidFill>
                  <a:srgbClr val="000000"/>
                </a:solidFill>
                <a:latin typeface="Calibri"/>
                <a:ea typeface="+mn-ea"/>
              </a:rPr>
              <a:t>13</a:t>
            </a:fld>
            <a:endParaRPr lang="nl-NL" sz="1200" b="0" strike="noStrike" spc="-1">
              <a:solidFill>
                <a:srgbClr val="000000"/>
              </a:solidFill>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PlaceHolder 1"/>
          <p:cNvSpPr>
            <a:spLocks noGrp="1" noRot="1" noChangeAspect="1"/>
          </p:cNvSpPr>
          <p:nvPr>
            <p:ph type="sldImg"/>
          </p:nvPr>
        </p:nvSpPr>
        <p:spPr>
          <a:xfrm>
            <a:off x="573120" y="1336680"/>
            <a:ext cx="6411600" cy="3606480"/>
          </a:xfrm>
          <a:prstGeom prst="rect">
            <a:avLst/>
          </a:prstGeom>
          <a:ln w="0">
            <a:noFill/>
          </a:ln>
        </p:spPr>
      </p:sp>
      <p:sp>
        <p:nvSpPr>
          <p:cNvPr id="503" name="PlaceHolder 2"/>
          <p:cNvSpPr>
            <a:spLocks noGrp="1"/>
          </p:cNvSpPr>
          <p:nvPr>
            <p:ph type="body"/>
          </p:nvPr>
        </p:nvSpPr>
        <p:spPr>
          <a:xfrm>
            <a:off x="755640" y="5145120"/>
            <a:ext cx="6046200" cy="4208040"/>
          </a:xfrm>
          <a:prstGeom prst="rect">
            <a:avLst/>
          </a:prstGeom>
          <a:noFill/>
          <a:ln w="0">
            <a:noFill/>
          </a:ln>
        </p:spPr>
        <p:txBody>
          <a:bodyPr lIns="91440" tIns="45720" rIns="91440" bIns="45720" anchor="t">
            <a:noAutofit/>
          </a:bodyPr>
          <a:lstStyle/>
          <a:p>
            <a:pPr marL="216000" indent="-216000">
              <a:buNone/>
            </a:pPr>
            <a:endParaRPr lang="nl-NL" sz="1800" b="0" strike="noStrike" spc="-1">
              <a:solidFill>
                <a:srgbClr val="000000"/>
              </a:solidFill>
              <a:latin typeface="Calibri"/>
            </a:endParaRPr>
          </a:p>
        </p:txBody>
      </p:sp>
      <p:sp>
        <p:nvSpPr>
          <p:cNvPr id="504" name="PlaceHolder 3"/>
          <p:cNvSpPr>
            <a:spLocks noGrp="1"/>
          </p:cNvSpPr>
          <p:nvPr>
            <p:ph type="sldNum" idx="24"/>
          </p:nvPr>
        </p:nvSpPr>
        <p:spPr>
          <a:xfrm>
            <a:off x="4281480" y="10155240"/>
            <a:ext cx="3274560" cy="5342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nl-NL" sz="1200" b="0" strike="noStrike" spc="-1">
                <a:solidFill>
                  <a:srgbClr val="000000"/>
                </a:solidFill>
                <a:latin typeface="Calibri"/>
                <a:ea typeface="+mn-ea"/>
              </a:defRPr>
            </a:lvl1pPr>
          </a:lstStyle>
          <a:p>
            <a:pPr indent="0" algn="r" defTabSz="914400">
              <a:lnSpc>
                <a:spcPct val="100000"/>
              </a:lnSpc>
              <a:buNone/>
              <a:tabLst>
                <a:tab pos="0" algn="l"/>
              </a:tabLst>
            </a:pPr>
            <a:fld id="{C7F627B7-6F7E-4F94-86D1-D5A8BC5D4A9B}" type="slidenum">
              <a:rPr lang="nl-NL" sz="1200" b="0" strike="noStrike" spc="-1">
                <a:solidFill>
                  <a:srgbClr val="000000"/>
                </a:solidFill>
                <a:latin typeface="Calibri"/>
                <a:ea typeface="+mn-ea"/>
              </a:rPr>
              <a:t>16</a:t>
            </a:fld>
            <a:endParaRPr lang="nl-NL" sz="1200" b="0" strike="noStrike" spc="-1">
              <a:solidFill>
                <a:srgbClr val="000000"/>
              </a:solidFill>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PlaceHolder 1"/>
          <p:cNvSpPr>
            <a:spLocks noGrp="1" noRot="1" noChangeAspect="1"/>
          </p:cNvSpPr>
          <p:nvPr>
            <p:ph type="sldImg"/>
          </p:nvPr>
        </p:nvSpPr>
        <p:spPr>
          <a:xfrm>
            <a:off x="573120" y="1336680"/>
            <a:ext cx="6411600" cy="3606480"/>
          </a:xfrm>
          <a:prstGeom prst="rect">
            <a:avLst/>
          </a:prstGeom>
          <a:ln w="0">
            <a:noFill/>
          </a:ln>
        </p:spPr>
      </p:sp>
      <p:sp>
        <p:nvSpPr>
          <p:cNvPr id="506" name="PlaceHolder 2"/>
          <p:cNvSpPr>
            <a:spLocks noGrp="1"/>
          </p:cNvSpPr>
          <p:nvPr>
            <p:ph type="body"/>
          </p:nvPr>
        </p:nvSpPr>
        <p:spPr>
          <a:xfrm>
            <a:off x="755640" y="5145120"/>
            <a:ext cx="6046200" cy="42080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GB" sz="2000" b="0" strike="noStrike" spc="-1">
                <a:solidFill>
                  <a:srgbClr val="000000"/>
                </a:solidFill>
                <a:latin typeface="Calibri"/>
              </a:rPr>
              <a:t>Renate</a:t>
            </a:r>
            <a:endParaRPr lang="nl-NL" sz="2000" b="0" strike="noStrike" spc="-1">
              <a:solidFill>
                <a:srgbClr val="000000"/>
              </a:solidFill>
              <a:latin typeface="Calibri"/>
            </a:endParaRPr>
          </a:p>
        </p:txBody>
      </p:sp>
      <p:sp>
        <p:nvSpPr>
          <p:cNvPr id="507" name="PlaceHolder 3"/>
          <p:cNvSpPr>
            <a:spLocks noGrp="1"/>
          </p:cNvSpPr>
          <p:nvPr>
            <p:ph type="sldNum" idx="25"/>
          </p:nvPr>
        </p:nvSpPr>
        <p:spPr>
          <a:xfrm>
            <a:off x="4281480" y="10155240"/>
            <a:ext cx="3274560" cy="5342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nl-NL" sz="1200" b="0" strike="noStrike" spc="-1">
                <a:solidFill>
                  <a:srgbClr val="000000"/>
                </a:solidFill>
                <a:latin typeface="Calibri"/>
                <a:ea typeface="+mn-ea"/>
              </a:defRPr>
            </a:lvl1pPr>
          </a:lstStyle>
          <a:p>
            <a:pPr indent="0" algn="r" defTabSz="914400">
              <a:lnSpc>
                <a:spcPct val="100000"/>
              </a:lnSpc>
              <a:buNone/>
              <a:tabLst>
                <a:tab pos="0" algn="l"/>
              </a:tabLst>
            </a:pPr>
            <a:fld id="{C10F0338-69E7-4823-BCA6-513EF92FDFD0}" type="slidenum">
              <a:rPr lang="nl-NL" sz="1200" b="0" strike="noStrike" spc="-1">
                <a:solidFill>
                  <a:srgbClr val="000000"/>
                </a:solidFill>
                <a:latin typeface="Calibri"/>
                <a:ea typeface="+mn-ea"/>
              </a:rPr>
              <a:t>30</a:t>
            </a:fld>
            <a:endParaRPr lang="nl-NL" sz="1200" b="0" strike="noStrike" spc="-1">
              <a:solidFill>
                <a:srgbClr val="000000"/>
              </a:solidFill>
              <a:latin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PlaceHolder 1"/>
          <p:cNvSpPr>
            <a:spLocks noGrp="1" noRot="1" noChangeAspect="1"/>
          </p:cNvSpPr>
          <p:nvPr>
            <p:ph type="sldImg"/>
          </p:nvPr>
        </p:nvSpPr>
        <p:spPr>
          <a:xfrm>
            <a:off x="216000" y="812520"/>
            <a:ext cx="7126920" cy="4008600"/>
          </a:xfrm>
          <a:prstGeom prst="rect">
            <a:avLst/>
          </a:prstGeom>
          <a:ln w="0">
            <a:noFill/>
          </a:ln>
        </p:spPr>
      </p:sp>
      <p:sp>
        <p:nvSpPr>
          <p:cNvPr id="509"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tabLst>
                <a:tab pos="0" algn="l"/>
              </a:tabLst>
            </a:pPr>
            <a:r>
              <a:rPr lang="nl-NL" sz="2000" b="0" strike="noStrike" spc="-1">
                <a:solidFill>
                  <a:srgbClr val="000000"/>
                </a:solidFill>
                <a:latin typeface="Calibri"/>
              </a:rPr>
              <a:t>Secured Environment Blind analysis</a:t>
            </a:r>
          </a:p>
          <a:p>
            <a:pPr marL="216000" indent="-216000">
              <a:lnSpc>
                <a:spcPct val="100000"/>
              </a:lnSpc>
              <a:buNone/>
              <a:tabLst>
                <a:tab pos="0" algn="l"/>
              </a:tabLst>
            </a:pPr>
            <a:r>
              <a:rPr lang="nl-NL" sz="2000" b="0" strike="noStrike" spc="-1">
                <a:solidFill>
                  <a:srgbClr val="000000"/>
                </a:solidFill>
                <a:latin typeface="Calibri"/>
              </a:rPr>
              <a:t> Voorbeeld: CBS microdata </a:t>
            </a:r>
          </a:p>
          <a:p>
            <a:pPr marL="216000" indent="-216000">
              <a:lnSpc>
                <a:spcPct val="100000"/>
              </a:lnSpc>
              <a:buNone/>
              <a:tabLst>
                <a:tab pos="0" algn="l"/>
              </a:tabLst>
            </a:pPr>
            <a:r>
              <a:rPr lang="nl-NL" sz="2000" b="0" strike="noStrike" spc="-1">
                <a:solidFill>
                  <a:srgbClr val="000000"/>
                </a:solidFill>
                <a:latin typeface="Calibri"/>
              </a:rPr>
              <a:t>Secure Analysis Environment (SANE) </a:t>
            </a:r>
          </a:p>
          <a:p>
            <a:pPr marL="216000" indent="-216000">
              <a:lnSpc>
                <a:spcPct val="100000"/>
              </a:lnSpc>
              <a:buNone/>
              <a:tabLst>
                <a:tab pos="0" algn="l"/>
              </a:tabLst>
            </a:pPr>
            <a:r>
              <a:rPr lang="nl-NL" sz="2000" b="0" strike="noStrike" spc="-1">
                <a:solidFill>
                  <a:srgbClr val="000000"/>
                </a:solidFill>
                <a:latin typeface="Calibri"/>
              </a:rPr>
              <a:t>Decentralised analysis Data in de handen van de eigenaar </a:t>
            </a:r>
          </a:p>
          <a:p>
            <a:pPr marL="216000" indent="-216000">
              <a:lnSpc>
                <a:spcPct val="100000"/>
              </a:lnSpc>
              <a:buNone/>
              <a:tabLst>
                <a:tab pos="0" algn="l"/>
              </a:tabLst>
            </a:pPr>
            <a:r>
              <a:rPr lang="nl-NL" sz="2000" b="0" strike="noStrike" spc="-1">
                <a:solidFill>
                  <a:srgbClr val="000000"/>
                </a:solidFill>
                <a:latin typeface="Calibri"/>
              </a:rPr>
              <a:t>Analyse op basis van protocol </a:t>
            </a:r>
          </a:p>
          <a:p>
            <a:pPr marL="216000" indent="-216000">
              <a:lnSpc>
                <a:spcPct val="100000"/>
              </a:lnSpc>
              <a:buNone/>
              <a:tabLst>
                <a:tab pos="0" algn="l"/>
              </a:tabLst>
            </a:pPr>
            <a:r>
              <a:rPr lang="nl-NL" sz="2000" b="0" strike="noStrike" spc="-1">
                <a:solidFill>
                  <a:srgbClr val="000000"/>
                </a:solidFill>
                <a:latin typeface="Calibri"/>
              </a:rPr>
              <a:t>Uitgebreide metadata en data documentatie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PlaceHolder 1"/>
          <p:cNvSpPr>
            <a:spLocks noGrp="1" noRot="1" noChangeAspect="1"/>
          </p:cNvSpPr>
          <p:nvPr>
            <p:ph type="sldImg"/>
          </p:nvPr>
        </p:nvSpPr>
        <p:spPr>
          <a:xfrm>
            <a:off x="573120" y="1336680"/>
            <a:ext cx="6411600" cy="3606480"/>
          </a:xfrm>
          <a:prstGeom prst="rect">
            <a:avLst/>
          </a:prstGeom>
          <a:ln w="0">
            <a:noFill/>
          </a:ln>
        </p:spPr>
      </p:sp>
      <p:sp>
        <p:nvSpPr>
          <p:cNvPr id="511" name="PlaceHolder 2"/>
          <p:cNvSpPr>
            <a:spLocks noGrp="1"/>
          </p:cNvSpPr>
          <p:nvPr>
            <p:ph type="body"/>
          </p:nvPr>
        </p:nvSpPr>
        <p:spPr>
          <a:xfrm>
            <a:off x="755640" y="5145120"/>
            <a:ext cx="6046200" cy="42080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GB" sz="2000" b="0" strike="noStrike" spc="-1">
                <a:solidFill>
                  <a:srgbClr val="000000"/>
                </a:solidFill>
                <a:latin typeface="Calibri"/>
              </a:rPr>
              <a:t>Ethische toets?</a:t>
            </a:r>
            <a:endParaRPr lang="nl-NL" sz="2000" b="0" strike="noStrike" spc="-1">
              <a:solidFill>
                <a:srgbClr val="000000"/>
              </a:solidFill>
              <a:latin typeface="Calibri"/>
            </a:endParaRPr>
          </a:p>
        </p:txBody>
      </p:sp>
      <p:sp>
        <p:nvSpPr>
          <p:cNvPr id="512" name="PlaceHolder 3"/>
          <p:cNvSpPr>
            <a:spLocks noGrp="1"/>
          </p:cNvSpPr>
          <p:nvPr>
            <p:ph type="sldNum" idx="26"/>
          </p:nvPr>
        </p:nvSpPr>
        <p:spPr>
          <a:xfrm>
            <a:off x="4281480" y="10155240"/>
            <a:ext cx="3274560" cy="5342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nl-NL" sz="1200" b="0" strike="noStrike" spc="-1">
                <a:solidFill>
                  <a:srgbClr val="000000"/>
                </a:solidFill>
                <a:latin typeface="Calibri"/>
                <a:ea typeface="+mn-ea"/>
              </a:defRPr>
            </a:lvl1pPr>
          </a:lstStyle>
          <a:p>
            <a:pPr indent="0" algn="r" defTabSz="914400">
              <a:lnSpc>
                <a:spcPct val="100000"/>
              </a:lnSpc>
              <a:buNone/>
              <a:tabLst>
                <a:tab pos="0" algn="l"/>
              </a:tabLst>
            </a:pPr>
            <a:fld id="{98E5305A-03A9-422E-9CF0-5A5A94AACBFB}" type="slidenum">
              <a:rPr lang="nl-NL" sz="1200" b="0" strike="noStrike" spc="-1">
                <a:solidFill>
                  <a:srgbClr val="000000"/>
                </a:solidFill>
                <a:latin typeface="Calibri"/>
                <a:ea typeface="+mn-ea"/>
              </a:rPr>
              <a:t>37</a:t>
            </a:fld>
            <a:endParaRPr lang="nl-NL" sz="1200" b="0" strike="noStrike" spc="-1">
              <a:solidFill>
                <a:srgbClr val="000000"/>
              </a:solidFill>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Sectiekop">
    <p:bg>
      <p:bgPr>
        <a:solidFill>
          <a:srgbClr val="FFFFFF"/>
        </a:solidFill>
        <a:effectLst/>
      </p:bgPr>
    </p:bg>
    <p:spTree>
      <p:nvGrpSpPr>
        <p:cNvPr id="1" name=""/>
        <p:cNvGrpSpPr/>
        <p:nvPr/>
      </p:nvGrpSpPr>
      <p:grpSpPr>
        <a:xfrm>
          <a:off x="0" y="0"/>
          <a:ext cx="0" cy="0"/>
          <a:chOff x="0" y="0"/>
          <a:chExt cx="0" cy="0"/>
        </a:xfrm>
      </p:grpSpPr>
      <p:pic>
        <p:nvPicPr>
          <p:cNvPr id="2" name="Afbeelding 3"/>
          <p:cNvPicPr/>
          <p:nvPr/>
        </p:nvPicPr>
        <p:blipFill>
          <a:blip r:embed="rId2"/>
          <a:stretch/>
        </p:blipFill>
        <p:spPr>
          <a:xfrm>
            <a:off x="0" y="0"/>
            <a:ext cx="12189600" cy="570600"/>
          </a:xfrm>
          <a:prstGeom prst="rect">
            <a:avLst/>
          </a:prstGeom>
          <a:noFill/>
          <a:ln w="0">
            <a:noFill/>
          </a:ln>
        </p:spPr>
      </p:pic>
      <p:sp>
        <p:nvSpPr>
          <p:cNvPr id="3"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4" name="Afbeelding 13"/>
          <p:cNvPicPr/>
          <p:nvPr/>
        </p:nvPicPr>
        <p:blipFill>
          <a:blip r:embed="rId3"/>
          <a:stretch/>
        </p:blipFill>
        <p:spPr>
          <a:xfrm>
            <a:off x="-2115360" y="1359720"/>
            <a:ext cx="426240" cy="654840"/>
          </a:xfrm>
          <a:prstGeom prst="rect">
            <a:avLst/>
          </a:prstGeom>
          <a:noFill/>
          <a:ln w="0">
            <a:noFill/>
          </a:ln>
        </p:spPr>
      </p:pic>
      <p:pic>
        <p:nvPicPr>
          <p:cNvPr id="5" name="Afbeelding 15"/>
          <p:cNvPicPr/>
          <p:nvPr/>
        </p:nvPicPr>
        <p:blipFill>
          <a:blip r:embed="rId4"/>
          <a:stretch/>
        </p:blipFill>
        <p:spPr>
          <a:xfrm>
            <a:off x="-2115360" y="6262920"/>
            <a:ext cx="1454760" cy="521280"/>
          </a:xfrm>
          <a:prstGeom prst="rect">
            <a:avLst/>
          </a:prstGeom>
          <a:noFill/>
          <a:ln w="0">
            <a:noFill/>
          </a:ln>
        </p:spPr>
      </p:pic>
      <p:cxnSp>
        <p:nvCxnSpPr>
          <p:cNvPr id="6"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7"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8"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9"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10"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11"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12"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13"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14"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15" name="Afbeelding 19"/>
          <p:cNvPicPr/>
          <p:nvPr/>
        </p:nvPicPr>
        <p:blipFill>
          <a:blip r:embed="rId6"/>
          <a:stretch/>
        </p:blipFill>
        <p:spPr>
          <a:xfrm>
            <a:off x="303480" y="6201360"/>
            <a:ext cx="1149480" cy="443160"/>
          </a:xfrm>
          <a:prstGeom prst="rect">
            <a:avLst/>
          </a:prstGeom>
          <a:noFill/>
          <a:ln w="0">
            <a:noFill/>
          </a:ln>
        </p:spPr>
      </p:pic>
      <p:sp>
        <p:nvSpPr>
          <p:cNvPr id="16" name="PlaceHolder 1"/>
          <p:cNvSpPr>
            <a:spLocks noGrp="1"/>
          </p:cNvSpPr>
          <p:nvPr>
            <p:ph type="title"/>
          </p:nvPr>
        </p:nvSpPr>
        <p:spPr>
          <a:xfrm>
            <a:off x="671040" y="4406760"/>
            <a:ext cx="10415880" cy="135972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4000" b="1" strike="noStrike" cap="all" spc="-1">
                <a:solidFill>
                  <a:schemeClr val="accent1"/>
                </a:solidFill>
                <a:latin typeface="Arial"/>
              </a:rPr>
              <a:t>Klik om stijl te bewerken</a:t>
            </a:r>
            <a:endParaRPr lang="nl-NL" sz="4000" b="0" strike="noStrike" spc="-1">
              <a:solidFill>
                <a:schemeClr val="dk1"/>
              </a:solidFill>
              <a:latin typeface="Arial"/>
            </a:endParaRPr>
          </a:p>
        </p:txBody>
      </p:sp>
      <p:sp>
        <p:nvSpPr>
          <p:cNvPr id="17" name="PlaceHolder 2"/>
          <p:cNvSpPr>
            <a:spLocks noGrp="1"/>
          </p:cNvSpPr>
          <p:nvPr>
            <p:ph type="body"/>
          </p:nvPr>
        </p:nvSpPr>
        <p:spPr>
          <a:xfrm>
            <a:off x="671040" y="2906640"/>
            <a:ext cx="10414440" cy="1497600"/>
          </a:xfrm>
          <a:prstGeom prst="rect">
            <a:avLst/>
          </a:prstGeom>
          <a:noFill/>
          <a:ln w="0">
            <a:noFill/>
          </a:ln>
        </p:spPr>
        <p:txBody>
          <a:bodyPr lIns="0" tIns="0" rIns="0" bIns="0" anchor="b">
            <a:noAutofit/>
          </a:bodyPr>
          <a:lstStyle/>
          <a:p>
            <a:pPr marL="228600" indent="0" defTabSz="914400">
              <a:lnSpc>
                <a:spcPct val="100000"/>
              </a:lnSpc>
              <a:spcBef>
                <a:spcPts val="1001"/>
              </a:spcBef>
              <a:buNone/>
              <a:tabLst>
                <a:tab pos="0" algn="l"/>
              </a:tabLst>
            </a:pPr>
            <a:r>
              <a:rPr lang="nl-NL" sz="2000" b="0" strike="noStrike" spc="-1">
                <a:solidFill>
                  <a:schemeClr val="dk1">
                    <a:tint val="75000"/>
                  </a:schemeClr>
                </a:solidFill>
                <a:latin typeface="Arial"/>
              </a:rPr>
              <a:t>Klikken om de tekststijl van het model te bewerken</a:t>
            </a:r>
            <a:endParaRPr lang="nl-NL" sz="2000" b="0" strike="noStrike" spc="-1">
              <a:solidFill>
                <a:schemeClr val="dk1"/>
              </a:solidFill>
              <a:latin typeface="Arial"/>
            </a:endParaRPr>
          </a:p>
        </p:txBody>
      </p:sp>
      <p:sp>
        <p:nvSpPr>
          <p:cNvPr id="18" name="PlaceHolder 3"/>
          <p:cNvSpPr>
            <a:spLocks noGrp="1"/>
          </p:cNvSpPr>
          <p:nvPr>
            <p:ph type="sldNum" idx="1"/>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A1832918-B7F3-4CD1-AECF-7251D6CA8D27}"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19" name="Tekstvak 5"/>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sectiekop</a:t>
            </a:r>
            <a:endParaRPr lang="nl-NL" sz="1000" b="0" strike="noStrike" spc="-1">
              <a:solidFill>
                <a:srgbClr val="000000"/>
              </a:solidFill>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bg>
      <p:bgPr>
        <a:solidFill>
          <a:srgbClr val="FFFFFF"/>
        </a:solidFill>
        <a:effectLst/>
      </p:bgPr>
    </p:bg>
    <p:spTree>
      <p:nvGrpSpPr>
        <p:cNvPr id="1" name=""/>
        <p:cNvGrpSpPr/>
        <p:nvPr/>
      </p:nvGrpSpPr>
      <p:grpSpPr>
        <a:xfrm>
          <a:off x="0" y="0"/>
          <a:ext cx="0" cy="0"/>
          <a:chOff x="0" y="0"/>
          <a:chExt cx="0" cy="0"/>
        </a:xfrm>
      </p:grpSpPr>
      <p:pic>
        <p:nvPicPr>
          <p:cNvPr id="20" name="Afbeelding 3"/>
          <p:cNvPicPr/>
          <p:nvPr/>
        </p:nvPicPr>
        <p:blipFill>
          <a:blip r:embed="rId2"/>
          <a:stretch/>
        </p:blipFill>
        <p:spPr>
          <a:xfrm>
            <a:off x="0" y="0"/>
            <a:ext cx="12189600" cy="570600"/>
          </a:xfrm>
          <a:prstGeom prst="rect">
            <a:avLst/>
          </a:prstGeom>
          <a:noFill/>
          <a:ln w="0">
            <a:noFill/>
          </a:ln>
        </p:spPr>
      </p:pic>
      <p:sp>
        <p:nvSpPr>
          <p:cNvPr id="21"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22" name="Afbeelding 13"/>
          <p:cNvPicPr/>
          <p:nvPr/>
        </p:nvPicPr>
        <p:blipFill>
          <a:blip r:embed="rId3"/>
          <a:stretch/>
        </p:blipFill>
        <p:spPr>
          <a:xfrm>
            <a:off x="-2115360" y="1359720"/>
            <a:ext cx="426240" cy="654840"/>
          </a:xfrm>
          <a:prstGeom prst="rect">
            <a:avLst/>
          </a:prstGeom>
          <a:noFill/>
          <a:ln w="0">
            <a:noFill/>
          </a:ln>
        </p:spPr>
      </p:pic>
      <p:pic>
        <p:nvPicPr>
          <p:cNvPr id="23" name="Afbeelding 15"/>
          <p:cNvPicPr/>
          <p:nvPr/>
        </p:nvPicPr>
        <p:blipFill>
          <a:blip r:embed="rId4"/>
          <a:stretch/>
        </p:blipFill>
        <p:spPr>
          <a:xfrm>
            <a:off x="-2115360" y="6262920"/>
            <a:ext cx="1454760" cy="521280"/>
          </a:xfrm>
          <a:prstGeom prst="rect">
            <a:avLst/>
          </a:prstGeom>
          <a:noFill/>
          <a:ln w="0">
            <a:noFill/>
          </a:ln>
        </p:spPr>
      </p:pic>
      <p:cxnSp>
        <p:nvCxnSpPr>
          <p:cNvPr id="24"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25"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6"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27"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28"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9"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30"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31"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32"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33" name="Afbeelding 19"/>
          <p:cNvPicPr/>
          <p:nvPr/>
        </p:nvPicPr>
        <p:blipFill>
          <a:blip r:embed="rId6"/>
          <a:stretch/>
        </p:blipFill>
        <p:spPr>
          <a:xfrm>
            <a:off x="303480" y="6201360"/>
            <a:ext cx="1149480" cy="443160"/>
          </a:xfrm>
          <a:prstGeom prst="rect">
            <a:avLst/>
          </a:prstGeom>
          <a:noFill/>
          <a:ln w="0">
            <a:noFill/>
          </a:ln>
        </p:spPr>
      </p:pic>
      <p:sp>
        <p:nvSpPr>
          <p:cNvPr id="34" name="PlaceHolder 1"/>
          <p:cNvSpPr>
            <a:spLocks noGrp="1"/>
          </p:cNvSpPr>
          <p:nvPr>
            <p:ph type="title"/>
          </p:nvPr>
        </p:nvSpPr>
        <p:spPr>
          <a:xfrm>
            <a:off x="672120" y="1026000"/>
            <a:ext cx="1041336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accent1"/>
                </a:solidFill>
                <a:latin typeface="Arial"/>
              </a:rPr>
              <a:t>Klik om stijl te bewerken</a:t>
            </a:r>
            <a:endParaRPr lang="nl-NL" sz="2500" b="0" strike="noStrike" spc="-1">
              <a:solidFill>
                <a:schemeClr val="dk1"/>
              </a:solidFill>
              <a:latin typeface="Arial"/>
            </a:endParaRPr>
          </a:p>
        </p:txBody>
      </p:sp>
      <p:sp>
        <p:nvSpPr>
          <p:cNvPr id="35" name="PlaceHolder 2"/>
          <p:cNvSpPr>
            <a:spLocks noGrp="1"/>
          </p:cNvSpPr>
          <p:nvPr>
            <p:ph type="body"/>
          </p:nvPr>
        </p:nvSpPr>
        <p:spPr>
          <a:xfrm>
            <a:off x="672120" y="1764000"/>
            <a:ext cx="10413360" cy="4137480"/>
          </a:xfrm>
          <a:prstGeom prst="rect">
            <a:avLst/>
          </a:prstGeom>
          <a:noFill/>
          <a:ln w="0">
            <a:noFill/>
          </a:ln>
        </p:spPr>
        <p:txBody>
          <a:bodyPr lIns="0" tIns="0" rIns="0" bIns="0" anchor="t">
            <a:noAutofit/>
          </a:bodyPr>
          <a:lstStyle/>
          <a:p>
            <a:pPr marL="288000" indent="-288000" defTabSz="914400">
              <a:lnSpc>
                <a:spcPct val="100000"/>
              </a:lnSpc>
              <a:spcBef>
                <a:spcPts val="1001"/>
              </a:spcBef>
              <a:buClr>
                <a:srgbClr val="000000"/>
              </a:buClr>
              <a:buFont typeface="Arial"/>
              <a:buChar char="-"/>
            </a:pPr>
            <a:r>
              <a:rPr lang="nl-NL" sz="2000" b="0" strike="noStrike" spc="-1">
                <a:solidFill>
                  <a:schemeClr val="dk1"/>
                </a:solidFill>
                <a:latin typeface="Arial"/>
              </a:rPr>
              <a:t>Klikken om de tekststijl van het model te bewerken</a:t>
            </a:r>
          </a:p>
          <a:p>
            <a:pPr marL="576000" lvl="1"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Tweede niveau</a:t>
            </a:r>
          </a:p>
          <a:p>
            <a:pPr marL="864000" lvl="2"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Derde niveau</a:t>
            </a:r>
          </a:p>
          <a:p>
            <a:pPr marL="1152000" lvl="3"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Vierde niveau</a:t>
            </a:r>
          </a:p>
          <a:p>
            <a:pPr marL="1440000" lvl="4"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Vijfde niveau</a:t>
            </a:r>
          </a:p>
        </p:txBody>
      </p:sp>
      <p:sp>
        <p:nvSpPr>
          <p:cNvPr id="36" name="PlaceHolder 3"/>
          <p:cNvSpPr>
            <a:spLocks noGrp="1"/>
          </p:cNvSpPr>
          <p:nvPr>
            <p:ph type="sldNum" idx="2"/>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11A8E8AC-D8DF-4DC1-8726-D3EEF07ACBE6}"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37" name="Tekstvak 4"/>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TITEL en OBJECT</a:t>
            </a:r>
            <a:endParaRPr lang="nl-NL" sz="10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itel en object (wit+1/3 foto)">
    <p:bg>
      <p:bgPr>
        <a:solidFill>
          <a:srgbClr val="FFFFFF"/>
        </a:solidFill>
        <a:effectLst/>
      </p:bgPr>
    </p:bg>
    <p:spTree>
      <p:nvGrpSpPr>
        <p:cNvPr id="1" name=""/>
        <p:cNvGrpSpPr/>
        <p:nvPr/>
      </p:nvGrpSpPr>
      <p:grpSpPr>
        <a:xfrm>
          <a:off x="0" y="0"/>
          <a:ext cx="0" cy="0"/>
          <a:chOff x="0" y="0"/>
          <a:chExt cx="0" cy="0"/>
        </a:xfrm>
      </p:grpSpPr>
      <p:pic>
        <p:nvPicPr>
          <p:cNvPr id="38" name="Afbeelding 3"/>
          <p:cNvPicPr/>
          <p:nvPr/>
        </p:nvPicPr>
        <p:blipFill>
          <a:blip r:embed="rId2"/>
          <a:stretch/>
        </p:blipFill>
        <p:spPr>
          <a:xfrm>
            <a:off x="0" y="0"/>
            <a:ext cx="12189600" cy="570600"/>
          </a:xfrm>
          <a:prstGeom prst="rect">
            <a:avLst/>
          </a:prstGeom>
          <a:noFill/>
          <a:ln w="0">
            <a:noFill/>
          </a:ln>
        </p:spPr>
      </p:pic>
      <p:sp>
        <p:nvSpPr>
          <p:cNvPr id="39"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40" name="Afbeelding 13"/>
          <p:cNvPicPr/>
          <p:nvPr/>
        </p:nvPicPr>
        <p:blipFill>
          <a:blip r:embed="rId3"/>
          <a:stretch/>
        </p:blipFill>
        <p:spPr>
          <a:xfrm>
            <a:off x="-2115360" y="1359720"/>
            <a:ext cx="426240" cy="654840"/>
          </a:xfrm>
          <a:prstGeom prst="rect">
            <a:avLst/>
          </a:prstGeom>
          <a:noFill/>
          <a:ln w="0">
            <a:noFill/>
          </a:ln>
        </p:spPr>
      </p:pic>
      <p:pic>
        <p:nvPicPr>
          <p:cNvPr id="41" name="Afbeelding 15"/>
          <p:cNvPicPr/>
          <p:nvPr/>
        </p:nvPicPr>
        <p:blipFill>
          <a:blip r:embed="rId4"/>
          <a:stretch/>
        </p:blipFill>
        <p:spPr>
          <a:xfrm>
            <a:off x="-2115360" y="6262920"/>
            <a:ext cx="1454760" cy="521280"/>
          </a:xfrm>
          <a:prstGeom prst="rect">
            <a:avLst/>
          </a:prstGeom>
          <a:noFill/>
          <a:ln w="0">
            <a:noFill/>
          </a:ln>
        </p:spPr>
      </p:pic>
      <p:cxnSp>
        <p:nvCxnSpPr>
          <p:cNvPr id="42"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43"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44"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45"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46"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47"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48"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49"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50"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51" name="Afbeelding 19"/>
          <p:cNvPicPr/>
          <p:nvPr/>
        </p:nvPicPr>
        <p:blipFill>
          <a:blip r:embed="rId6"/>
          <a:stretch/>
        </p:blipFill>
        <p:spPr>
          <a:xfrm>
            <a:off x="303480" y="6201360"/>
            <a:ext cx="1149480" cy="443160"/>
          </a:xfrm>
          <a:prstGeom prst="rect">
            <a:avLst/>
          </a:prstGeom>
          <a:noFill/>
          <a:ln w="0">
            <a:noFill/>
          </a:ln>
        </p:spPr>
      </p:pic>
      <p:sp>
        <p:nvSpPr>
          <p:cNvPr id="52" name="Rechthoek 3"/>
          <p:cNvSpPr/>
          <p:nvPr/>
        </p:nvSpPr>
        <p:spPr>
          <a:xfrm>
            <a:off x="0" y="0"/>
            <a:ext cx="12189600" cy="589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strike="noStrike" spc="-1">
              <a:solidFill>
                <a:schemeClr val="lt1"/>
              </a:solidFill>
              <a:latin typeface="Arial"/>
            </a:endParaRPr>
          </a:p>
        </p:txBody>
      </p:sp>
      <p:sp>
        <p:nvSpPr>
          <p:cNvPr id="53" name="PlaceHolder 1"/>
          <p:cNvSpPr>
            <a:spLocks noGrp="1"/>
          </p:cNvSpPr>
          <p:nvPr>
            <p:ph type="body"/>
          </p:nvPr>
        </p:nvSpPr>
        <p:spPr>
          <a:xfrm>
            <a:off x="8131320" y="0"/>
            <a:ext cx="4058280" cy="6855480"/>
          </a:xfrm>
          <a:prstGeom prst="rect">
            <a:avLst/>
          </a:prstGeom>
          <a:solidFill>
            <a:schemeClr val="lt1">
              <a:lumMod val="95000"/>
            </a:schemeClr>
          </a:solidFill>
          <a:ln w="0">
            <a:noFill/>
          </a:ln>
        </p:spPr>
        <p:txBody>
          <a:bodyPr lIns="90000" tIns="45000" rIns="90000" bIns="45000" anchor="t">
            <a:normAutofit/>
          </a:bodyPr>
          <a:lstStyle/>
          <a:p>
            <a:pPr marL="228600" indent="0" algn="ctr" defTabSz="914400">
              <a:lnSpc>
                <a:spcPct val="100000"/>
              </a:lnSpc>
              <a:spcBef>
                <a:spcPts val="1001"/>
              </a:spcBef>
              <a:buNone/>
              <a:tabLst>
                <a:tab pos="0" algn="l"/>
              </a:tabLst>
            </a:pPr>
            <a:r>
              <a:rPr lang="nl-NL" sz="1200" b="0" strike="noStrike" spc="-1">
                <a:solidFill>
                  <a:schemeClr val="dk1"/>
                </a:solidFill>
                <a:latin typeface="Arial"/>
              </a:rPr>
              <a:t>Klik op het </a:t>
            </a:r>
            <a:br>
              <a:rPr sz="1200"/>
            </a:br>
            <a:r>
              <a:rPr lang="nl-NL" sz="1200" b="0" strike="noStrike" spc="-1">
                <a:solidFill>
                  <a:schemeClr val="dk1"/>
                </a:solidFill>
                <a:latin typeface="Arial"/>
              </a:rPr>
              <a:t>afbeeldingspictogram en </a:t>
            </a:r>
            <a:br>
              <a:rPr sz="1200"/>
            </a:br>
            <a:r>
              <a:rPr lang="nl-NL" sz="1200" b="0" strike="noStrike" spc="-1">
                <a:solidFill>
                  <a:schemeClr val="dk1"/>
                </a:solidFill>
                <a:latin typeface="Arial"/>
              </a:rPr>
              <a:t>voeg je eigen foto in.</a:t>
            </a:r>
          </a:p>
        </p:txBody>
      </p:sp>
      <p:sp>
        <p:nvSpPr>
          <p:cNvPr id="54" name="PlaceHolder 2"/>
          <p:cNvSpPr>
            <a:spLocks noGrp="1"/>
          </p:cNvSpPr>
          <p:nvPr>
            <p:ph type="title"/>
          </p:nvPr>
        </p:nvSpPr>
        <p:spPr>
          <a:xfrm>
            <a:off x="671040" y="1026000"/>
            <a:ext cx="712044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accent1"/>
                </a:solidFill>
                <a:latin typeface="Arial"/>
              </a:rPr>
              <a:t>Klik om stijl te bewerken</a:t>
            </a:r>
            <a:endParaRPr lang="nl-NL" sz="2500" b="0" strike="noStrike" spc="-1">
              <a:solidFill>
                <a:schemeClr val="dk1"/>
              </a:solidFill>
              <a:latin typeface="Arial"/>
            </a:endParaRPr>
          </a:p>
        </p:txBody>
      </p:sp>
      <p:sp>
        <p:nvSpPr>
          <p:cNvPr id="55" name="PlaceHolder 3"/>
          <p:cNvSpPr>
            <a:spLocks noGrp="1"/>
          </p:cNvSpPr>
          <p:nvPr>
            <p:ph type="body"/>
          </p:nvPr>
        </p:nvSpPr>
        <p:spPr>
          <a:xfrm>
            <a:off x="671040" y="1764000"/>
            <a:ext cx="7120440" cy="4137480"/>
          </a:xfrm>
          <a:prstGeom prst="rect">
            <a:avLst/>
          </a:prstGeom>
          <a:noFill/>
          <a:ln w="0">
            <a:noFill/>
          </a:ln>
        </p:spPr>
        <p:txBody>
          <a:bodyPr lIns="0" tIns="0" rIns="0" bIns="0" anchor="t">
            <a:noAutofit/>
          </a:bodyPr>
          <a:lstStyle/>
          <a:p>
            <a:pPr marL="288000" indent="-288000" defTabSz="914400">
              <a:lnSpc>
                <a:spcPct val="100000"/>
              </a:lnSpc>
              <a:spcBef>
                <a:spcPts val="1001"/>
              </a:spcBef>
              <a:buClr>
                <a:srgbClr val="000000"/>
              </a:buClr>
              <a:buFont typeface="Arial"/>
              <a:buChar char="-"/>
            </a:pPr>
            <a:r>
              <a:rPr lang="nl-NL" sz="2000" b="0" strike="noStrike" spc="-1">
                <a:solidFill>
                  <a:schemeClr val="dk1"/>
                </a:solidFill>
                <a:latin typeface="Arial"/>
              </a:rPr>
              <a:t>Klikken om de tekststijl van het model te bewerken</a:t>
            </a:r>
          </a:p>
          <a:p>
            <a:pPr marL="576000" lvl="1"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Tweede niveau</a:t>
            </a:r>
          </a:p>
          <a:p>
            <a:pPr marL="864000" lvl="2"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Derde niveau</a:t>
            </a:r>
          </a:p>
          <a:p>
            <a:pPr marL="1152000" lvl="3"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Vierde niveau</a:t>
            </a:r>
          </a:p>
          <a:p>
            <a:pPr marL="1440000" lvl="4"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Vijfde niveau</a:t>
            </a:r>
          </a:p>
        </p:txBody>
      </p:sp>
      <p:sp>
        <p:nvSpPr>
          <p:cNvPr id="56" name="PlaceHolder 4"/>
          <p:cNvSpPr>
            <a:spLocks noGrp="1"/>
          </p:cNvSpPr>
          <p:nvPr>
            <p:ph type="sldNum" idx="3"/>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6C752D16-D92D-4768-9479-E136EAA55956}"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57" name="Tekstvak 10"/>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TITEL en object (wit+1/3 foto)</a:t>
            </a:r>
            <a:endParaRPr lang="nl-NL" sz="1000" b="0" strike="noStrike" spc="-1">
              <a:solidFill>
                <a:srgbClr val="000000"/>
              </a:solidFill>
              <a:latin typeface="Calibri"/>
            </a:endParaRPr>
          </a:p>
        </p:txBody>
      </p:sp>
      <p:pic>
        <p:nvPicPr>
          <p:cNvPr id="58" name="Afbeelding 12"/>
          <p:cNvPicPr/>
          <p:nvPr/>
        </p:nvPicPr>
        <p:blipFill>
          <a:blip r:embed="rId7"/>
          <a:stretch/>
        </p:blipFill>
        <p:spPr>
          <a:xfrm>
            <a:off x="12655800" y="3048120"/>
            <a:ext cx="531000" cy="654840"/>
          </a:xfrm>
          <a:prstGeom prst="rect">
            <a:avLst/>
          </a:prstGeom>
          <a:noFill/>
          <a:ln w="0">
            <a:noFill/>
          </a:ln>
        </p:spPr>
      </p:pic>
      <p:pic>
        <p:nvPicPr>
          <p:cNvPr id="59" name="Afbeelding 13"/>
          <p:cNvPicPr/>
          <p:nvPr/>
        </p:nvPicPr>
        <p:blipFill>
          <a:blip r:embed="rId7"/>
          <a:stretch/>
        </p:blipFill>
        <p:spPr>
          <a:xfrm>
            <a:off x="12655800" y="3048120"/>
            <a:ext cx="531000" cy="654840"/>
          </a:xfrm>
          <a:prstGeom prst="rect">
            <a:avLst/>
          </a:prstGeom>
          <a:noFill/>
          <a:ln w="0">
            <a:noFill/>
          </a:ln>
        </p:spPr>
      </p:pic>
      <p:pic>
        <p:nvPicPr>
          <p:cNvPr id="60" name="Afbeelding 15"/>
          <p:cNvPicPr/>
          <p:nvPr/>
        </p:nvPicPr>
        <p:blipFill>
          <a:blip r:embed="rId7"/>
          <a:stretch/>
        </p:blipFill>
        <p:spPr>
          <a:xfrm>
            <a:off x="12655800" y="3048120"/>
            <a:ext cx="531000" cy="654840"/>
          </a:xfrm>
          <a:prstGeom prst="rect">
            <a:avLst/>
          </a:prstGeom>
          <a:noFill/>
          <a:ln w="0">
            <a:noFill/>
          </a:ln>
        </p:spPr>
      </p:pic>
      <p:sp>
        <p:nvSpPr>
          <p:cNvPr id="61" name="Tekstvak 14"/>
          <p:cNvSpPr/>
          <p:nvPr/>
        </p:nvSpPr>
        <p:spPr>
          <a:xfrm>
            <a:off x="12478680" y="-36000"/>
            <a:ext cx="2085480" cy="488592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strike="noStrike" cap="all" spc="-1">
                <a:solidFill>
                  <a:schemeClr val="dk2"/>
                </a:solidFill>
                <a:latin typeface="Arial"/>
              </a:rPr>
              <a:t>FOTO INVOEGEN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Klik op het afbeeldings-pictogram in het midden van het fotovak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VERVANGEN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Verwijder de foto door op </a:t>
            </a:r>
            <a:r>
              <a:rPr lang="nl-NL" sz="900" b="0" strike="noStrike" spc="-1">
                <a:solidFill>
                  <a:srgbClr val="515F67"/>
                </a:solidFill>
                <a:latin typeface="Arial Black"/>
              </a:rPr>
              <a:t>Delete</a:t>
            </a:r>
            <a:r>
              <a:rPr lang="nl-NL" sz="900" b="1" strike="noStrike" spc="-1">
                <a:solidFill>
                  <a:srgbClr val="515F67"/>
                </a:solidFill>
                <a:latin typeface="Arial"/>
              </a:rPr>
              <a:t> </a:t>
            </a:r>
            <a:r>
              <a:rPr lang="nl-NL" sz="900" b="0" strike="noStrike" spc="-1">
                <a:solidFill>
                  <a:srgbClr val="515F67"/>
                </a:solidFill>
                <a:latin typeface="Arial"/>
              </a:rPr>
              <a:t>te drukken.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afbeeldings-pictogram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BIJSNIJDEN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br>
              <a:rPr sz="900"/>
            </a:br>
            <a:r>
              <a:rPr lang="nl-NL" sz="900" b="0" strike="noStrike" spc="-1">
                <a:solidFill>
                  <a:srgbClr val="515F67"/>
                </a:solidFill>
                <a:latin typeface="Arial"/>
              </a:rPr>
              <a:t>De tab ‘Afbeeldingsopmaak’ verschijnt.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Bijsnijden</a:t>
            </a:r>
            <a:r>
              <a:rPr lang="nl-NL" sz="900" b="0" strike="noStrike" spc="-1">
                <a:solidFill>
                  <a:srgbClr val="515F67"/>
                </a:solidFill>
                <a:latin typeface="Arial"/>
              </a:rPr>
              <a:t>.</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optie </a:t>
            </a:r>
            <a:r>
              <a:rPr lang="nl-NL" sz="900" b="0" strike="noStrike" spc="-1">
                <a:solidFill>
                  <a:srgbClr val="515F67"/>
                </a:solidFill>
                <a:latin typeface="Arial Black"/>
              </a:rPr>
              <a:t>Opvullen</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Houd eventueel de </a:t>
            </a:r>
            <a:r>
              <a:rPr lang="nl-NL" sz="900" b="0" strike="noStrike" spc="-1">
                <a:solidFill>
                  <a:srgbClr val="515F67"/>
                </a:solidFill>
                <a:latin typeface="Arial Black"/>
              </a:rPr>
              <a:t>Shift-toets</a:t>
            </a:r>
            <a:r>
              <a:rPr lang="nl-NL" sz="900" b="0" strike="noStrike" spc="-1">
                <a:solidFill>
                  <a:srgbClr val="515F67"/>
                </a:solidFill>
                <a:latin typeface="Arial"/>
              </a:rPr>
              <a:t> ingedrukt en sleep de foto zodat het juiste deel van de foto wordt getoond. </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naast de dia.</a:t>
            </a:r>
            <a:endParaRPr lang="nl-NL" sz="9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wit)">
    <p:bg>
      <p:bgPr>
        <a:solidFill>
          <a:srgbClr val="FFFFFF"/>
        </a:solidFill>
        <a:effectLst/>
      </p:bgPr>
    </p:bg>
    <p:spTree>
      <p:nvGrpSpPr>
        <p:cNvPr id="1" name=""/>
        <p:cNvGrpSpPr/>
        <p:nvPr/>
      </p:nvGrpSpPr>
      <p:grpSpPr>
        <a:xfrm>
          <a:off x="0" y="0"/>
          <a:ext cx="0" cy="0"/>
          <a:chOff x="0" y="0"/>
          <a:chExt cx="0" cy="0"/>
        </a:xfrm>
      </p:grpSpPr>
      <p:pic>
        <p:nvPicPr>
          <p:cNvPr id="62" name="Afbeelding 3"/>
          <p:cNvPicPr/>
          <p:nvPr/>
        </p:nvPicPr>
        <p:blipFill>
          <a:blip r:embed="rId2"/>
          <a:stretch/>
        </p:blipFill>
        <p:spPr>
          <a:xfrm>
            <a:off x="0" y="0"/>
            <a:ext cx="12189600" cy="570600"/>
          </a:xfrm>
          <a:prstGeom prst="rect">
            <a:avLst/>
          </a:prstGeom>
          <a:noFill/>
          <a:ln w="0">
            <a:noFill/>
          </a:ln>
        </p:spPr>
      </p:pic>
      <p:sp>
        <p:nvSpPr>
          <p:cNvPr id="63"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64" name="Afbeelding 13"/>
          <p:cNvPicPr/>
          <p:nvPr/>
        </p:nvPicPr>
        <p:blipFill>
          <a:blip r:embed="rId3"/>
          <a:stretch/>
        </p:blipFill>
        <p:spPr>
          <a:xfrm>
            <a:off x="-2115360" y="1359720"/>
            <a:ext cx="426240" cy="654840"/>
          </a:xfrm>
          <a:prstGeom prst="rect">
            <a:avLst/>
          </a:prstGeom>
          <a:noFill/>
          <a:ln w="0">
            <a:noFill/>
          </a:ln>
        </p:spPr>
      </p:pic>
      <p:pic>
        <p:nvPicPr>
          <p:cNvPr id="65" name="Afbeelding 15"/>
          <p:cNvPicPr/>
          <p:nvPr/>
        </p:nvPicPr>
        <p:blipFill>
          <a:blip r:embed="rId4"/>
          <a:stretch/>
        </p:blipFill>
        <p:spPr>
          <a:xfrm>
            <a:off x="-2115360" y="6262920"/>
            <a:ext cx="1454760" cy="521280"/>
          </a:xfrm>
          <a:prstGeom prst="rect">
            <a:avLst/>
          </a:prstGeom>
          <a:noFill/>
          <a:ln w="0">
            <a:noFill/>
          </a:ln>
        </p:spPr>
      </p:pic>
      <p:cxnSp>
        <p:nvCxnSpPr>
          <p:cNvPr id="66"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67"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68"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69"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70"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71"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72"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73"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74"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75" name="Afbeelding 19"/>
          <p:cNvPicPr/>
          <p:nvPr/>
        </p:nvPicPr>
        <p:blipFill>
          <a:blip r:embed="rId6"/>
          <a:stretch/>
        </p:blipFill>
        <p:spPr>
          <a:xfrm>
            <a:off x="303480" y="6201360"/>
            <a:ext cx="1149480" cy="443160"/>
          </a:xfrm>
          <a:prstGeom prst="rect">
            <a:avLst/>
          </a:prstGeom>
          <a:noFill/>
          <a:ln w="0">
            <a:noFill/>
          </a:ln>
        </p:spPr>
      </p:pic>
      <p:sp>
        <p:nvSpPr>
          <p:cNvPr id="76" name="PlaceHolder 1"/>
          <p:cNvSpPr>
            <a:spLocks noGrp="1"/>
          </p:cNvSpPr>
          <p:nvPr>
            <p:ph type="title"/>
          </p:nvPr>
        </p:nvSpPr>
        <p:spPr>
          <a:xfrm>
            <a:off x="672120" y="1026000"/>
            <a:ext cx="1041336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accent1"/>
                </a:solidFill>
                <a:latin typeface="Arial"/>
              </a:rPr>
              <a:t>Klik om stijl te bewerken</a:t>
            </a:r>
            <a:endParaRPr lang="nl-NL" sz="2500" b="0" strike="noStrike" spc="-1">
              <a:solidFill>
                <a:schemeClr val="dk1"/>
              </a:solidFill>
              <a:latin typeface="Arial"/>
            </a:endParaRPr>
          </a:p>
        </p:txBody>
      </p:sp>
      <p:sp>
        <p:nvSpPr>
          <p:cNvPr id="77" name="PlaceHolder 2"/>
          <p:cNvSpPr>
            <a:spLocks noGrp="1"/>
          </p:cNvSpPr>
          <p:nvPr>
            <p:ph type="body"/>
          </p:nvPr>
        </p:nvSpPr>
        <p:spPr>
          <a:xfrm>
            <a:off x="672120" y="1764000"/>
            <a:ext cx="10413360" cy="4137480"/>
          </a:xfrm>
          <a:prstGeom prst="rect">
            <a:avLst/>
          </a:prstGeom>
          <a:noFill/>
          <a:ln w="0">
            <a:noFill/>
          </a:ln>
        </p:spPr>
        <p:txBody>
          <a:bodyPr lIns="0" tIns="0" rIns="0" bIns="0" anchor="t">
            <a:noAutofit/>
          </a:bodyPr>
          <a:lstStyle/>
          <a:p>
            <a:pPr marL="288000" indent="-288000" defTabSz="914400">
              <a:lnSpc>
                <a:spcPct val="100000"/>
              </a:lnSpc>
              <a:spcBef>
                <a:spcPts val="1001"/>
              </a:spcBef>
              <a:buClr>
                <a:srgbClr val="000000"/>
              </a:buClr>
              <a:buFont typeface="Arial"/>
              <a:buChar char="-"/>
            </a:pPr>
            <a:r>
              <a:rPr lang="nl-NL" sz="2000" b="0" strike="noStrike" spc="-1">
                <a:solidFill>
                  <a:schemeClr val="dk1"/>
                </a:solidFill>
                <a:latin typeface="Arial"/>
              </a:rPr>
              <a:t>Klikken om de tekststijl van het model te bewerken</a:t>
            </a:r>
          </a:p>
          <a:p>
            <a:pPr marL="576000" lvl="1"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Tweede niveau</a:t>
            </a:r>
          </a:p>
          <a:p>
            <a:pPr marL="864000" lvl="2"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Derde niveau</a:t>
            </a:r>
          </a:p>
          <a:p>
            <a:pPr marL="1152000" lvl="3"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Vierde niveau</a:t>
            </a:r>
          </a:p>
          <a:p>
            <a:pPr marL="1440000" lvl="4"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Vijfde niveau</a:t>
            </a:r>
          </a:p>
        </p:txBody>
      </p:sp>
      <p:sp>
        <p:nvSpPr>
          <p:cNvPr id="78" name="PlaceHolder 3"/>
          <p:cNvSpPr>
            <a:spLocks noGrp="1"/>
          </p:cNvSpPr>
          <p:nvPr>
            <p:ph type="sldNum" idx="4"/>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05EE8C1E-48CF-4629-A936-9479CDCD523A}"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79" name="Rechthoek 3"/>
          <p:cNvSpPr/>
          <p:nvPr/>
        </p:nvSpPr>
        <p:spPr>
          <a:xfrm>
            <a:off x="0" y="0"/>
            <a:ext cx="12189600" cy="589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strike="noStrike" spc="-1">
              <a:solidFill>
                <a:schemeClr val="lt1"/>
              </a:solidFill>
              <a:latin typeface="Arial"/>
            </a:endParaRPr>
          </a:p>
        </p:txBody>
      </p:sp>
      <p:sp>
        <p:nvSpPr>
          <p:cNvPr id="80" name="Tekstvak 5"/>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TITEL en object (wit)</a:t>
            </a:r>
            <a:endParaRPr lang="nl-NL" sz="10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el en object (wit+2/3 foto)">
    <p:bg>
      <p:bgPr>
        <a:solidFill>
          <a:srgbClr val="FFFFFF"/>
        </a:solidFill>
        <a:effectLst/>
      </p:bgPr>
    </p:bg>
    <p:spTree>
      <p:nvGrpSpPr>
        <p:cNvPr id="1" name=""/>
        <p:cNvGrpSpPr/>
        <p:nvPr/>
      </p:nvGrpSpPr>
      <p:grpSpPr>
        <a:xfrm>
          <a:off x="0" y="0"/>
          <a:ext cx="0" cy="0"/>
          <a:chOff x="0" y="0"/>
          <a:chExt cx="0" cy="0"/>
        </a:xfrm>
      </p:grpSpPr>
      <p:pic>
        <p:nvPicPr>
          <p:cNvPr id="81" name="Afbeelding 3"/>
          <p:cNvPicPr/>
          <p:nvPr/>
        </p:nvPicPr>
        <p:blipFill>
          <a:blip r:embed="rId2"/>
          <a:stretch/>
        </p:blipFill>
        <p:spPr>
          <a:xfrm>
            <a:off x="0" y="0"/>
            <a:ext cx="12189600" cy="570600"/>
          </a:xfrm>
          <a:prstGeom prst="rect">
            <a:avLst/>
          </a:prstGeom>
          <a:noFill/>
          <a:ln w="0">
            <a:noFill/>
          </a:ln>
        </p:spPr>
      </p:pic>
      <p:sp>
        <p:nvSpPr>
          <p:cNvPr id="82"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83" name="Afbeelding 13"/>
          <p:cNvPicPr/>
          <p:nvPr/>
        </p:nvPicPr>
        <p:blipFill>
          <a:blip r:embed="rId3"/>
          <a:stretch/>
        </p:blipFill>
        <p:spPr>
          <a:xfrm>
            <a:off x="-2115360" y="1359720"/>
            <a:ext cx="426240" cy="654840"/>
          </a:xfrm>
          <a:prstGeom prst="rect">
            <a:avLst/>
          </a:prstGeom>
          <a:noFill/>
          <a:ln w="0">
            <a:noFill/>
          </a:ln>
        </p:spPr>
      </p:pic>
      <p:pic>
        <p:nvPicPr>
          <p:cNvPr id="84" name="Afbeelding 15"/>
          <p:cNvPicPr/>
          <p:nvPr/>
        </p:nvPicPr>
        <p:blipFill>
          <a:blip r:embed="rId4"/>
          <a:stretch/>
        </p:blipFill>
        <p:spPr>
          <a:xfrm>
            <a:off x="-2115360" y="6262920"/>
            <a:ext cx="1454760" cy="521280"/>
          </a:xfrm>
          <a:prstGeom prst="rect">
            <a:avLst/>
          </a:prstGeom>
          <a:noFill/>
          <a:ln w="0">
            <a:noFill/>
          </a:ln>
        </p:spPr>
      </p:pic>
      <p:cxnSp>
        <p:nvCxnSpPr>
          <p:cNvPr id="85"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86"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87"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88"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89"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90"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91"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92"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93"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94" name="Afbeelding 19"/>
          <p:cNvPicPr/>
          <p:nvPr/>
        </p:nvPicPr>
        <p:blipFill>
          <a:blip r:embed="rId6"/>
          <a:stretch/>
        </p:blipFill>
        <p:spPr>
          <a:xfrm>
            <a:off x="303480" y="6201360"/>
            <a:ext cx="1149480" cy="443160"/>
          </a:xfrm>
          <a:prstGeom prst="rect">
            <a:avLst/>
          </a:prstGeom>
          <a:noFill/>
          <a:ln w="0">
            <a:noFill/>
          </a:ln>
        </p:spPr>
      </p:pic>
      <p:sp>
        <p:nvSpPr>
          <p:cNvPr id="95" name="PlaceHolder 1"/>
          <p:cNvSpPr>
            <a:spLocks noGrp="1"/>
          </p:cNvSpPr>
          <p:nvPr>
            <p:ph type="sldNum" idx="5"/>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79D6C03D-E0E3-4613-A3B3-FAF9EAA192EC}"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96" name="Rechthoek 3"/>
          <p:cNvSpPr/>
          <p:nvPr/>
        </p:nvSpPr>
        <p:spPr>
          <a:xfrm>
            <a:off x="0" y="0"/>
            <a:ext cx="12189600" cy="589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strike="noStrike" spc="-1">
              <a:solidFill>
                <a:schemeClr val="lt1"/>
              </a:solidFill>
              <a:latin typeface="Arial"/>
            </a:endParaRPr>
          </a:p>
        </p:txBody>
      </p:sp>
      <p:sp>
        <p:nvSpPr>
          <p:cNvPr id="97" name="PlaceHolder 2"/>
          <p:cNvSpPr>
            <a:spLocks noGrp="1"/>
          </p:cNvSpPr>
          <p:nvPr>
            <p:ph type="body"/>
          </p:nvPr>
        </p:nvSpPr>
        <p:spPr>
          <a:xfrm>
            <a:off x="4079880" y="0"/>
            <a:ext cx="8109360" cy="6855480"/>
          </a:xfrm>
          <a:prstGeom prst="rect">
            <a:avLst/>
          </a:prstGeom>
          <a:solidFill>
            <a:schemeClr val="lt1">
              <a:lumMod val="95000"/>
            </a:schemeClr>
          </a:solidFill>
          <a:ln w="0">
            <a:noFill/>
          </a:ln>
        </p:spPr>
        <p:txBody>
          <a:bodyPr lIns="90000" tIns="45000" rIns="90000" bIns="45000" anchor="t">
            <a:normAutofit/>
          </a:bodyPr>
          <a:lstStyle/>
          <a:p>
            <a:pPr marL="228600" indent="0" algn="ctr" defTabSz="914400">
              <a:lnSpc>
                <a:spcPct val="100000"/>
              </a:lnSpc>
              <a:spcBef>
                <a:spcPts val="1001"/>
              </a:spcBef>
              <a:buNone/>
              <a:tabLst>
                <a:tab pos="0" algn="l"/>
              </a:tabLst>
            </a:pPr>
            <a:r>
              <a:rPr lang="nl-NL" sz="1200" b="0" strike="noStrike" spc="-1">
                <a:solidFill>
                  <a:schemeClr val="dk1"/>
                </a:solidFill>
                <a:latin typeface="Arial"/>
              </a:rPr>
              <a:t>Klik op het </a:t>
            </a:r>
            <a:br>
              <a:rPr sz="1200"/>
            </a:br>
            <a:r>
              <a:rPr lang="nl-NL" sz="1200" b="0" strike="noStrike" spc="-1">
                <a:solidFill>
                  <a:schemeClr val="dk1"/>
                </a:solidFill>
                <a:latin typeface="Arial"/>
              </a:rPr>
              <a:t>afbeeldingspictogram en </a:t>
            </a:r>
            <a:br>
              <a:rPr sz="1200"/>
            </a:br>
            <a:r>
              <a:rPr lang="nl-NL" sz="1200" b="0" strike="noStrike" spc="-1">
                <a:solidFill>
                  <a:schemeClr val="dk1"/>
                </a:solidFill>
                <a:latin typeface="Arial"/>
              </a:rPr>
              <a:t>voeg je eigen foto in.</a:t>
            </a:r>
          </a:p>
        </p:txBody>
      </p:sp>
      <p:sp>
        <p:nvSpPr>
          <p:cNvPr id="98" name="Tekstvak 10"/>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TITEL en object (wit+2/3 foto)</a:t>
            </a:r>
            <a:endParaRPr lang="nl-NL" sz="1000" b="0" strike="noStrike" spc="-1">
              <a:solidFill>
                <a:srgbClr val="000000"/>
              </a:solidFill>
              <a:latin typeface="Calibri"/>
            </a:endParaRPr>
          </a:p>
        </p:txBody>
      </p:sp>
      <p:pic>
        <p:nvPicPr>
          <p:cNvPr id="99" name="Afbeelding 12"/>
          <p:cNvPicPr/>
          <p:nvPr/>
        </p:nvPicPr>
        <p:blipFill>
          <a:blip r:embed="rId7"/>
          <a:stretch/>
        </p:blipFill>
        <p:spPr>
          <a:xfrm>
            <a:off x="12655800" y="3048120"/>
            <a:ext cx="531000" cy="654840"/>
          </a:xfrm>
          <a:prstGeom prst="rect">
            <a:avLst/>
          </a:prstGeom>
          <a:noFill/>
          <a:ln w="0">
            <a:noFill/>
          </a:ln>
        </p:spPr>
      </p:pic>
      <p:pic>
        <p:nvPicPr>
          <p:cNvPr id="100" name="Afbeelding 13"/>
          <p:cNvPicPr/>
          <p:nvPr/>
        </p:nvPicPr>
        <p:blipFill>
          <a:blip r:embed="rId7"/>
          <a:stretch/>
        </p:blipFill>
        <p:spPr>
          <a:xfrm>
            <a:off x="12655800" y="3048120"/>
            <a:ext cx="531000" cy="654840"/>
          </a:xfrm>
          <a:prstGeom prst="rect">
            <a:avLst/>
          </a:prstGeom>
          <a:noFill/>
          <a:ln w="0">
            <a:noFill/>
          </a:ln>
        </p:spPr>
      </p:pic>
      <p:pic>
        <p:nvPicPr>
          <p:cNvPr id="101" name="Afbeelding 14"/>
          <p:cNvPicPr/>
          <p:nvPr/>
        </p:nvPicPr>
        <p:blipFill>
          <a:blip r:embed="rId7"/>
          <a:stretch/>
        </p:blipFill>
        <p:spPr>
          <a:xfrm>
            <a:off x="12655800" y="3048120"/>
            <a:ext cx="531000" cy="654840"/>
          </a:xfrm>
          <a:prstGeom prst="rect">
            <a:avLst/>
          </a:prstGeom>
          <a:noFill/>
          <a:ln w="0">
            <a:noFill/>
          </a:ln>
        </p:spPr>
      </p:pic>
      <p:sp>
        <p:nvSpPr>
          <p:cNvPr id="102" name="Tekstvak 15"/>
          <p:cNvSpPr/>
          <p:nvPr/>
        </p:nvSpPr>
        <p:spPr>
          <a:xfrm>
            <a:off x="12478680" y="-36000"/>
            <a:ext cx="2085480" cy="488592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strike="noStrike" cap="all" spc="-1">
                <a:solidFill>
                  <a:schemeClr val="dk2"/>
                </a:solidFill>
                <a:latin typeface="Arial"/>
              </a:rPr>
              <a:t>FOTO INVOEGEN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Klik op het afbeeldings-pictogram in het midden van het fotovak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VERVANGEN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Verwijder de foto door op </a:t>
            </a:r>
            <a:r>
              <a:rPr lang="nl-NL" sz="900" b="0" strike="noStrike" spc="-1">
                <a:solidFill>
                  <a:srgbClr val="515F67"/>
                </a:solidFill>
                <a:latin typeface="Arial Black"/>
              </a:rPr>
              <a:t>Delete</a:t>
            </a:r>
            <a:r>
              <a:rPr lang="nl-NL" sz="900" b="1" strike="noStrike" spc="-1">
                <a:solidFill>
                  <a:srgbClr val="515F67"/>
                </a:solidFill>
                <a:latin typeface="Arial"/>
              </a:rPr>
              <a:t> </a:t>
            </a:r>
            <a:r>
              <a:rPr lang="nl-NL" sz="900" b="0" strike="noStrike" spc="-1">
                <a:solidFill>
                  <a:srgbClr val="515F67"/>
                </a:solidFill>
                <a:latin typeface="Arial"/>
              </a:rPr>
              <a:t>te drukken.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afbeeldings-pictogram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BIJSNIJDEN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br>
              <a:rPr sz="900"/>
            </a:br>
            <a:r>
              <a:rPr lang="nl-NL" sz="900" b="0" strike="noStrike" spc="-1">
                <a:solidFill>
                  <a:srgbClr val="515F67"/>
                </a:solidFill>
                <a:latin typeface="Arial"/>
              </a:rPr>
              <a:t>De tab ‘Afbeeldingsopmaak’ verschijnt.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Bijsnijden</a:t>
            </a:r>
            <a:r>
              <a:rPr lang="nl-NL" sz="900" b="0" strike="noStrike" spc="-1">
                <a:solidFill>
                  <a:srgbClr val="515F67"/>
                </a:solidFill>
                <a:latin typeface="Arial"/>
              </a:rPr>
              <a:t>.</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optie </a:t>
            </a:r>
            <a:r>
              <a:rPr lang="nl-NL" sz="900" b="0" strike="noStrike" spc="-1">
                <a:solidFill>
                  <a:srgbClr val="515F67"/>
                </a:solidFill>
                <a:latin typeface="Arial Black"/>
              </a:rPr>
              <a:t>Opvullen</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Houd eventueel de </a:t>
            </a:r>
            <a:r>
              <a:rPr lang="nl-NL" sz="900" b="0" strike="noStrike" spc="-1">
                <a:solidFill>
                  <a:srgbClr val="515F67"/>
                </a:solidFill>
                <a:latin typeface="Arial Black"/>
              </a:rPr>
              <a:t>Shift-toets</a:t>
            </a:r>
            <a:r>
              <a:rPr lang="nl-NL" sz="900" b="0" strike="noStrike" spc="-1">
                <a:solidFill>
                  <a:srgbClr val="515F67"/>
                </a:solidFill>
                <a:latin typeface="Arial"/>
              </a:rPr>
              <a:t> ingedrukt en sleep de foto zodat het juiste deel van de foto wordt getoond. </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naast de dia.</a:t>
            </a:r>
            <a:endParaRPr lang="nl-NL" sz="900" b="0" strike="noStrike" spc="-1">
              <a:solidFill>
                <a:srgbClr val="000000"/>
              </a:solidFill>
              <a:latin typeface="Calibri"/>
            </a:endParaRPr>
          </a:p>
        </p:txBody>
      </p:sp>
      <p:sp>
        <p:nvSpPr>
          <p:cNvPr id="103" name="PlaceHolder 3"/>
          <p:cNvSpPr>
            <a:spLocks noGrp="1"/>
          </p:cNvSpPr>
          <p:nvPr>
            <p:ph type="title"/>
          </p:nvPr>
        </p:nvSpPr>
        <p:spPr>
          <a:xfrm>
            <a:off x="672120" y="1026000"/>
            <a:ext cx="311868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accent1"/>
                </a:solidFill>
                <a:latin typeface="Arial"/>
              </a:rPr>
              <a:t>Klik om stijl te bewerken</a:t>
            </a:r>
            <a:endParaRPr lang="nl-NL" sz="2500" b="0" strike="noStrike" spc="-1">
              <a:solidFill>
                <a:schemeClr val="dk1"/>
              </a:solidFill>
              <a:latin typeface="Arial"/>
            </a:endParaRPr>
          </a:p>
        </p:txBody>
      </p:sp>
      <p:sp>
        <p:nvSpPr>
          <p:cNvPr id="104" name="PlaceHolder 4"/>
          <p:cNvSpPr>
            <a:spLocks noGrp="1"/>
          </p:cNvSpPr>
          <p:nvPr>
            <p:ph type="body"/>
          </p:nvPr>
        </p:nvSpPr>
        <p:spPr>
          <a:xfrm>
            <a:off x="671040" y="1764000"/>
            <a:ext cx="3118680" cy="4137480"/>
          </a:xfrm>
          <a:prstGeom prst="rect">
            <a:avLst/>
          </a:prstGeom>
          <a:noFill/>
          <a:ln w="0">
            <a:noFill/>
          </a:ln>
        </p:spPr>
        <p:txBody>
          <a:bodyPr lIns="0" tIns="0" rIns="0" bIns="0" anchor="t">
            <a:noAutofit/>
          </a:bodyPr>
          <a:lstStyle/>
          <a:p>
            <a:pPr marL="288000" indent="-288000" defTabSz="914400">
              <a:lnSpc>
                <a:spcPct val="100000"/>
              </a:lnSpc>
              <a:spcBef>
                <a:spcPts val="1001"/>
              </a:spcBef>
              <a:buClr>
                <a:srgbClr val="000000"/>
              </a:buClr>
              <a:buFont typeface="Arial"/>
              <a:buChar char="-"/>
            </a:pPr>
            <a:r>
              <a:rPr lang="nl-NL" sz="2000" b="0" strike="noStrike" spc="-1">
                <a:solidFill>
                  <a:schemeClr val="dk1"/>
                </a:solidFill>
                <a:latin typeface="Arial"/>
              </a:rPr>
              <a:t>Klikken om de tekststijl van het model te bewerken</a:t>
            </a:r>
          </a:p>
          <a:p>
            <a:pPr marL="576000" lvl="1"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Tweede niveau</a:t>
            </a:r>
          </a:p>
          <a:p>
            <a:pPr marL="864000" lvl="2"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Derde niveau</a:t>
            </a:r>
          </a:p>
          <a:p>
            <a:pPr marL="1152000" lvl="3"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Vierde niveau</a:t>
            </a:r>
          </a:p>
          <a:p>
            <a:pPr marL="1440000" lvl="4" indent="-288000" defTabSz="914400">
              <a:lnSpc>
                <a:spcPct val="100000"/>
              </a:lnSpc>
              <a:spcBef>
                <a:spcPts val="499"/>
              </a:spcBef>
              <a:buClr>
                <a:srgbClr val="000000"/>
              </a:buClr>
              <a:buFont typeface="Arial"/>
              <a:buChar char="-"/>
            </a:pPr>
            <a:r>
              <a:rPr lang="nl-NL" sz="2000" b="0" strike="noStrike" spc="-1">
                <a:solidFill>
                  <a:schemeClr val="dk1"/>
                </a:solidFill>
                <a:latin typeface="Arial"/>
              </a:rPr>
              <a:t>Vijfde niveau</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eldia">
    <p:bg>
      <p:bgPr>
        <a:solidFill>
          <a:srgbClr val="FFFFFF"/>
        </a:solidFill>
        <a:effectLst/>
      </p:bgPr>
    </p:bg>
    <p:spTree>
      <p:nvGrpSpPr>
        <p:cNvPr id="1" name=""/>
        <p:cNvGrpSpPr/>
        <p:nvPr/>
      </p:nvGrpSpPr>
      <p:grpSpPr>
        <a:xfrm>
          <a:off x="0" y="0"/>
          <a:ext cx="0" cy="0"/>
          <a:chOff x="0" y="0"/>
          <a:chExt cx="0" cy="0"/>
        </a:xfrm>
      </p:grpSpPr>
      <p:pic>
        <p:nvPicPr>
          <p:cNvPr id="105" name="Afbeelding 3"/>
          <p:cNvPicPr/>
          <p:nvPr/>
        </p:nvPicPr>
        <p:blipFill>
          <a:blip r:embed="rId2"/>
          <a:stretch/>
        </p:blipFill>
        <p:spPr>
          <a:xfrm>
            <a:off x="0" y="0"/>
            <a:ext cx="12189600" cy="570600"/>
          </a:xfrm>
          <a:prstGeom prst="rect">
            <a:avLst/>
          </a:prstGeom>
          <a:noFill/>
          <a:ln w="0">
            <a:noFill/>
          </a:ln>
        </p:spPr>
      </p:pic>
      <p:sp>
        <p:nvSpPr>
          <p:cNvPr id="106"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107" name="Afbeelding 13"/>
          <p:cNvPicPr/>
          <p:nvPr/>
        </p:nvPicPr>
        <p:blipFill>
          <a:blip r:embed="rId3"/>
          <a:stretch/>
        </p:blipFill>
        <p:spPr>
          <a:xfrm>
            <a:off x="-2115360" y="1359720"/>
            <a:ext cx="426240" cy="654840"/>
          </a:xfrm>
          <a:prstGeom prst="rect">
            <a:avLst/>
          </a:prstGeom>
          <a:noFill/>
          <a:ln w="0">
            <a:noFill/>
          </a:ln>
        </p:spPr>
      </p:pic>
      <p:pic>
        <p:nvPicPr>
          <p:cNvPr id="108" name="Afbeelding 15"/>
          <p:cNvPicPr/>
          <p:nvPr/>
        </p:nvPicPr>
        <p:blipFill>
          <a:blip r:embed="rId4"/>
          <a:stretch/>
        </p:blipFill>
        <p:spPr>
          <a:xfrm>
            <a:off x="-2115360" y="6262920"/>
            <a:ext cx="1454760" cy="521280"/>
          </a:xfrm>
          <a:prstGeom prst="rect">
            <a:avLst/>
          </a:prstGeom>
          <a:noFill/>
          <a:ln w="0">
            <a:noFill/>
          </a:ln>
        </p:spPr>
      </p:pic>
      <p:cxnSp>
        <p:nvCxnSpPr>
          <p:cNvPr id="109"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110"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111"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112"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113"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114"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115"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116"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117"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118" name="Afbeelding 19"/>
          <p:cNvPicPr/>
          <p:nvPr/>
        </p:nvPicPr>
        <p:blipFill>
          <a:blip r:embed="rId6"/>
          <a:stretch/>
        </p:blipFill>
        <p:spPr>
          <a:xfrm>
            <a:off x="303480" y="6201360"/>
            <a:ext cx="1149480" cy="443160"/>
          </a:xfrm>
          <a:prstGeom prst="rect">
            <a:avLst/>
          </a:prstGeom>
          <a:noFill/>
          <a:ln w="0">
            <a:noFill/>
          </a:ln>
        </p:spPr>
      </p:pic>
      <p:pic>
        <p:nvPicPr>
          <p:cNvPr id="119" name="Afbeelding 4"/>
          <p:cNvPicPr/>
          <p:nvPr/>
        </p:nvPicPr>
        <p:blipFill>
          <a:blip r:embed="rId7"/>
          <a:stretch/>
        </p:blipFill>
        <p:spPr>
          <a:xfrm>
            <a:off x="0" y="0"/>
            <a:ext cx="12189600" cy="6855480"/>
          </a:xfrm>
          <a:prstGeom prst="rect">
            <a:avLst/>
          </a:prstGeom>
          <a:noFill/>
          <a:ln w="0">
            <a:noFill/>
          </a:ln>
        </p:spPr>
      </p:pic>
      <p:sp>
        <p:nvSpPr>
          <p:cNvPr id="120" name="PlaceHolder 1"/>
          <p:cNvSpPr>
            <a:spLocks noGrp="1"/>
          </p:cNvSpPr>
          <p:nvPr>
            <p:ph type="title"/>
          </p:nvPr>
        </p:nvSpPr>
        <p:spPr>
          <a:xfrm>
            <a:off x="478440" y="1296000"/>
            <a:ext cx="6837480" cy="237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6000" b="1" strike="noStrike" spc="-1">
                <a:solidFill>
                  <a:schemeClr val="dk1"/>
                </a:solidFill>
                <a:latin typeface="Arial"/>
              </a:rPr>
              <a:t>Klik om een titel te maken</a:t>
            </a:r>
            <a:endParaRPr lang="nl-NL" sz="6000" b="0" strike="noStrike" spc="-1">
              <a:solidFill>
                <a:schemeClr val="dk1"/>
              </a:solidFill>
              <a:latin typeface="Arial"/>
            </a:endParaRPr>
          </a:p>
        </p:txBody>
      </p:sp>
      <p:sp>
        <p:nvSpPr>
          <p:cNvPr id="121" name="Tekstvak 5"/>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TITELDIA</a:t>
            </a:r>
            <a:endParaRPr lang="nl-NL" sz="1000" b="0" strike="noStrike" spc="-1">
              <a:solidFill>
                <a:srgbClr val="000000"/>
              </a:solidFill>
              <a:latin typeface="Calibri"/>
            </a:endParaRPr>
          </a:p>
        </p:txBody>
      </p:sp>
      <p:pic>
        <p:nvPicPr>
          <p:cNvPr id="122" name="Afbeelding 9"/>
          <p:cNvPicPr/>
          <p:nvPr/>
        </p:nvPicPr>
        <p:blipFill>
          <a:blip r:embed="rId8"/>
          <a:stretch/>
        </p:blipFill>
        <p:spPr>
          <a:xfrm>
            <a:off x="500760" y="5460840"/>
            <a:ext cx="2841480" cy="1097640"/>
          </a:xfrm>
          <a:prstGeom prst="rect">
            <a:avLst/>
          </a:prstGeom>
          <a:noFill/>
          <a:ln w="0">
            <a:noFill/>
          </a:ln>
        </p:spPr>
      </p:pic>
      <p:sp>
        <p:nvSpPr>
          <p:cNvPr id="123" name="PlaceHolder 2"/>
          <p:cNvSpPr>
            <a:spLocks noGrp="1"/>
          </p:cNvSpPr>
          <p:nvPr>
            <p:ph type="body"/>
          </p:nvPr>
        </p:nvSpPr>
        <p:spPr>
          <a:xfrm>
            <a:off x="609480" y="1604520"/>
            <a:ext cx="10970280" cy="3975120"/>
          </a:xfrm>
          <a:prstGeom prst="rect">
            <a:avLst/>
          </a:prstGeom>
          <a:noFill/>
          <a:ln w="0">
            <a:noFill/>
          </a:ln>
        </p:spPr>
        <p:txBody>
          <a:bodyPr lIns="0" tIns="0" rIns="0" bIns="0" anchor="t">
            <a:normAutofit/>
          </a:bodyPr>
          <a:lstStyle/>
          <a:p>
            <a:pPr marL="432000" indent="-324000" defTabSz="914400">
              <a:lnSpc>
                <a:spcPct val="90000"/>
              </a:lnSpc>
              <a:spcBef>
                <a:spcPts val="1417"/>
              </a:spcBef>
              <a:buClr>
                <a:srgbClr val="000000"/>
              </a:buClr>
              <a:buSzPct val="45000"/>
              <a:buFont typeface="Wingdings" charset="2"/>
              <a:buChar char=""/>
            </a:pPr>
            <a:r>
              <a:rPr lang="nl-NL" sz="2000" b="0" strike="noStrike" spc="-1">
                <a:solidFill>
                  <a:schemeClr val="dk1"/>
                </a:solidFill>
                <a:latin typeface="Arial"/>
              </a:rPr>
              <a:t>Klik om de opmaak van de overzichtstekst te bewerken</a:t>
            </a:r>
          </a:p>
          <a:p>
            <a:pPr marL="864000" lvl="1" indent="-324000" defTabSz="914400">
              <a:lnSpc>
                <a:spcPct val="90000"/>
              </a:lnSpc>
              <a:spcBef>
                <a:spcPts val="1134"/>
              </a:spcBef>
              <a:buClr>
                <a:srgbClr val="000000"/>
              </a:buClr>
              <a:buSzPct val="75000"/>
              <a:buFont typeface="Symbol" charset="2"/>
              <a:buChar char=""/>
            </a:pPr>
            <a:r>
              <a:rPr lang="nl-NL" sz="2000" b="0" strike="noStrike" spc="-1">
                <a:solidFill>
                  <a:schemeClr val="dk1"/>
                </a:solidFill>
                <a:latin typeface="Arial"/>
              </a:rPr>
              <a:t>Tweede overzichtsniveau</a:t>
            </a:r>
          </a:p>
          <a:p>
            <a:pPr marL="1296000" lvl="2" indent="-288000" defTabSz="914400">
              <a:lnSpc>
                <a:spcPct val="90000"/>
              </a:lnSpc>
              <a:spcBef>
                <a:spcPts val="850"/>
              </a:spcBef>
              <a:buClr>
                <a:srgbClr val="000000"/>
              </a:buClr>
              <a:buSzPct val="45000"/>
              <a:buFont typeface="Wingdings" charset="2"/>
              <a:buChar char=""/>
            </a:pPr>
            <a:r>
              <a:rPr lang="nl-NL" sz="2000" b="0" strike="noStrike" spc="-1">
                <a:solidFill>
                  <a:schemeClr val="dk1"/>
                </a:solidFill>
                <a:latin typeface="Arial"/>
              </a:rPr>
              <a:t>Derde overzichtsniveau</a:t>
            </a:r>
          </a:p>
          <a:p>
            <a:pPr marL="1728000" lvl="3" indent="-216000" defTabSz="914400">
              <a:lnSpc>
                <a:spcPct val="90000"/>
              </a:lnSpc>
              <a:spcBef>
                <a:spcPts val="567"/>
              </a:spcBef>
              <a:buClr>
                <a:srgbClr val="000000"/>
              </a:buClr>
              <a:buSzPct val="75000"/>
              <a:buFont typeface="Symbol" charset="2"/>
              <a:buChar char=""/>
            </a:pPr>
            <a:r>
              <a:rPr lang="nl-NL" sz="2000" b="0" strike="noStrike" spc="-1">
                <a:solidFill>
                  <a:schemeClr val="dk1"/>
                </a:solidFill>
                <a:latin typeface="Arial"/>
              </a:rPr>
              <a:t>Vierde overzichtsniveau</a:t>
            </a:r>
          </a:p>
          <a:p>
            <a:pPr marL="2160000" lvl="4" indent="-216000" defTabSz="914400">
              <a:lnSpc>
                <a:spcPct val="90000"/>
              </a:lnSpc>
              <a:spcBef>
                <a:spcPts val="283"/>
              </a:spcBef>
              <a:buClr>
                <a:srgbClr val="000000"/>
              </a:buClr>
              <a:buSzPct val="45000"/>
              <a:buFont typeface="Wingdings" charset="2"/>
              <a:buChar char=""/>
            </a:pPr>
            <a:r>
              <a:rPr lang="nl-NL" sz="2000" b="0" strike="noStrike" spc="-1">
                <a:solidFill>
                  <a:schemeClr val="dk1"/>
                </a:solidFill>
                <a:latin typeface="Arial"/>
              </a:rPr>
              <a:t>Vijfde overzichtsniveau</a:t>
            </a:r>
          </a:p>
          <a:p>
            <a:pPr marL="2592000" lvl="5" indent="-216000" defTabSz="914400">
              <a:lnSpc>
                <a:spcPct val="90000"/>
              </a:lnSpc>
              <a:spcBef>
                <a:spcPts val="283"/>
              </a:spcBef>
              <a:buClr>
                <a:srgbClr val="000000"/>
              </a:buClr>
              <a:buSzPct val="45000"/>
              <a:buFont typeface="Wingdings" charset="2"/>
              <a:buChar char=""/>
            </a:pPr>
            <a:r>
              <a:rPr lang="nl-NL" sz="2000" b="0" strike="noStrike" spc="-1">
                <a:solidFill>
                  <a:schemeClr val="dk1"/>
                </a:solidFill>
                <a:latin typeface="Arial"/>
              </a:rPr>
              <a:t>Zesde overzichtsniveau</a:t>
            </a:r>
          </a:p>
          <a:p>
            <a:pPr marL="3024000" lvl="6" indent="-216000" defTabSz="914400">
              <a:lnSpc>
                <a:spcPct val="90000"/>
              </a:lnSpc>
              <a:spcBef>
                <a:spcPts val="283"/>
              </a:spcBef>
              <a:buClr>
                <a:srgbClr val="000000"/>
              </a:buClr>
              <a:buSzPct val="45000"/>
              <a:buFont typeface="Wingdings" charset="2"/>
              <a:buChar char=""/>
            </a:pPr>
            <a:r>
              <a:rPr lang="nl-NL" sz="2000" b="0" strike="noStrike" spc="-1">
                <a:solidFill>
                  <a:schemeClr val="dk1"/>
                </a:solidFill>
                <a:latin typeface="Arial"/>
              </a:rPr>
              <a:t>Zevende overzichtsniveau</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el en object (groen)">
    <p:bg>
      <p:bgPr>
        <a:solidFill>
          <a:srgbClr val="FFFFFF"/>
        </a:solidFill>
        <a:effectLst/>
      </p:bgPr>
    </p:bg>
    <p:spTree>
      <p:nvGrpSpPr>
        <p:cNvPr id="1" name=""/>
        <p:cNvGrpSpPr/>
        <p:nvPr/>
      </p:nvGrpSpPr>
      <p:grpSpPr>
        <a:xfrm>
          <a:off x="0" y="0"/>
          <a:ext cx="0" cy="0"/>
          <a:chOff x="0" y="0"/>
          <a:chExt cx="0" cy="0"/>
        </a:xfrm>
      </p:grpSpPr>
      <p:pic>
        <p:nvPicPr>
          <p:cNvPr id="124" name="Afbeelding 3"/>
          <p:cNvPicPr/>
          <p:nvPr/>
        </p:nvPicPr>
        <p:blipFill>
          <a:blip r:embed="rId2"/>
          <a:stretch/>
        </p:blipFill>
        <p:spPr>
          <a:xfrm>
            <a:off x="0" y="0"/>
            <a:ext cx="12189600" cy="570600"/>
          </a:xfrm>
          <a:prstGeom prst="rect">
            <a:avLst/>
          </a:prstGeom>
          <a:noFill/>
          <a:ln w="0">
            <a:noFill/>
          </a:ln>
        </p:spPr>
      </p:pic>
      <p:sp>
        <p:nvSpPr>
          <p:cNvPr id="125"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126" name="Afbeelding 13"/>
          <p:cNvPicPr/>
          <p:nvPr/>
        </p:nvPicPr>
        <p:blipFill>
          <a:blip r:embed="rId3"/>
          <a:stretch/>
        </p:blipFill>
        <p:spPr>
          <a:xfrm>
            <a:off x="-2115360" y="1359720"/>
            <a:ext cx="426240" cy="654840"/>
          </a:xfrm>
          <a:prstGeom prst="rect">
            <a:avLst/>
          </a:prstGeom>
          <a:noFill/>
          <a:ln w="0">
            <a:noFill/>
          </a:ln>
        </p:spPr>
      </p:pic>
      <p:pic>
        <p:nvPicPr>
          <p:cNvPr id="127" name="Afbeelding 15"/>
          <p:cNvPicPr/>
          <p:nvPr/>
        </p:nvPicPr>
        <p:blipFill>
          <a:blip r:embed="rId4"/>
          <a:stretch/>
        </p:blipFill>
        <p:spPr>
          <a:xfrm>
            <a:off x="-2115360" y="6262920"/>
            <a:ext cx="1454760" cy="521280"/>
          </a:xfrm>
          <a:prstGeom prst="rect">
            <a:avLst/>
          </a:prstGeom>
          <a:noFill/>
          <a:ln w="0">
            <a:noFill/>
          </a:ln>
        </p:spPr>
      </p:pic>
      <p:cxnSp>
        <p:nvCxnSpPr>
          <p:cNvPr id="128"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129"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130"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131"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132"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133"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134"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135"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136"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137" name="Afbeelding 19"/>
          <p:cNvPicPr/>
          <p:nvPr/>
        </p:nvPicPr>
        <p:blipFill>
          <a:blip r:embed="rId6"/>
          <a:stretch/>
        </p:blipFill>
        <p:spPr>
          <a:xfrm>
            <a:off x="303480" y="6201360"/>
            <a:ext cx="1149480" cy="443160"/>
          </a:xfrm>
          <a:prstGeom prst="rect">
            <a:avLst/>
          </a:prstGeom>
          <a:noFill/>
          <a:ln w="0">
            <a:noFill/>
          </a:ln>
        </p:spPr>
      </p:pic>
      <p:sp>
        <p:nvSpPr>
          <p:cNvPr id="138" name="Rechthoek 3"/>
          <p:cNvSpPr/>
          <p:nvPr/>
        </p:nvSpPr>
        <p:spPr>
          <a:xfrm>
            <a:off x="0" y="0"/>
            <a:ext cx="12189600" cy="6855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strike="noStrike" spc="-1">
              <a:solidFill>
                <a:schemeClr val="lt1"/>
              </a:solidFill>
              <a:latin typeface="Arial"/>
            </a:endParaRPr>
          </a:p>
        </p:txBody>
      </p:sp>
      <p:sp>
        <p:nvSpPr>
          <p:cNvPr id="139" name="PlaceHolder 1"/>
          <p:cNvSpPr>
            <a:spLocks noGrp="1"/>
          </p:cNvSpPr>
          <p:nvPr>
            <p:ph type="title"/>
          </p:nvPr>
        </p:nvSpPr>
        <p:spPr>
          <a:xfrm>
            <a:off x="672120" y="1026000"/>
            <a:ext cx="1041336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lt1"/>
                </a:solidFill>
                <a:latin typeface="Arial"/>
              </a:rPr>
              <a:t>Klik om stijl te bewerken</a:t>
            </a:r>
            <a:endParaRPr lang="nl-NL" sz="2500" b="0" strike="noStrike" spc="-1">
              <a:solidFill>
                <a:schemeClr val="dk1"/>
              </a:solidFill>
              <a:latin typeface="Arial"/>
            </a:endParaRPr>
          </a:p>
        </p:txBody>
      </p:sp>
      <p:sp>
        <p:nvSpPr>
          <p:cNvPr id="140" name="PlaceHolder 2"/>
          <p:cNvSpPr>
            <a:spLocks noGrp="1"/>
          </p:cNvSpPr>
          <p:nvPr>
            <p:ph type="body"/>
          </p:nvPr>
        </p:nvSpPr>
        <p:spPr>
          <a:xfrm>
            <a:off x="672120" y="1764000"/>
            <a:ext cx="10413360" cy="4137480"/>
          </a:xfrm>
          <a:prstGeom prst="rect">
            <a:avLst/>
          </a:prstGeom>
          <a:noFill/>
          <a:ln w="0">
            <a:noFill/>
          </a:ln>
        </p:spPr>
        <p:txBody>
          <a:bodyPr lIns="0" tIns="0" rIns="0" bIns="0" anchor="t">
            <a:noAutofit/>
          </a:bodyPr>
          <a:lstStyle/>
          <a:p>
            <a:pPr marL="288000" indent="-288000" defTabSz="914400">
              <a:lnSpc>
                <a:spcPct val="100000"/>
              </a:lnSpc>
              <a:spcBef>
                <a:spcPts val="1001"/>
              </a:spcBef>
              <a:buClr>
                <a:srgbClr val="FFFFFF"/>
              </a:buClr>
              <a:buFont typeface="Arial"/>
              <a:buChar char="-"/>
            </a:pPr>
            <a:r>
              <a:rPr lang="nl-NL" sz="2000" b="0" strike="noStrike" spc="-1">
                <a:solidFill>
                  <a:schemeClr val="lt1"/>
                </a:solidFill>
                <a:latin typeface="Arial"/>
              </a:rPr>
              <a:t>Klikken om de tekststijl van het model te bewerken</a:t>
            </a:r>
            <a:endParaRPr lang="nl-NL" sz="2000" b="0" strike="noStrike" spc="-1">
              <a:solidFill>
                <a:schemeClr val="dk1"/>
              </a:solidFill>
              <a:latin typeface="Arial"/>
            </a:endParaRPr>
          </a:p>
          <a:p>
            <a:pPr marL="576000" lvl="1"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Tweede niveau</a:t>
            </a:r>
            <a:endParaRPr lang="nl-NL" sz="2000" b="0" strike="noStrike" spc="-1">
              <a:solidFill>
                <a:schemeClr val="dk1"/>
              </a:solidFill>
              <a:latin typeface="Arial"/>
            </a:endParaRPr>
          </a:p>
          <a:p>
            <a:pPr marL="864000" lvl="2"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Derde niveau</a:t>
            </a:r>
            <a:endParaRPr lang="nl-NL" sz="2000" b="0" strike="noStrike" spc="-1">
              <a:solidFill>
                <a:schemeClr val="dk1"/>
              </a:solidFill>
              <a:latin typeface="Arial"/>
            </a:endParaRPr>
          </a:p>
          <a:p>
            <a:pPr marL="1152000" lvl="3"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Vierde niveau</a:t>
            </a:r>
            <a:endParaRPr lang="nl-NL" sz="2000" b="0" strike="noStrike" spc="-1">
              <a:solidFill>
                <a:schemeClr val="dk1"/>
              </a:solidFill>
              <a:latin typeface="Arial"/>
            </a:endParaRPr>
          </a:p>
          <a:p>
            <a:pPr marL="1440000" lvl="4"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Vijfde niveau</a:t>
            </a:r>
            <a:endParaRPr lang="nl-NL" sz="2000" b="0" strike="noStrike" spc="-1">
              <a:solidFill>
                <a:schemeClr val="dk1"/>
              </a:solidFill>
              <a:latin typeface="Arial"/>
            </a:endParaRPr>
          </a:p>
        </p:txBody>
      </p:sp>
      <p:sp>
        <p:nvSpPr>
          <p:cNvPr id="141" name="PlaceHolder 3"/>
          <p:cNvSpPr>
            <a:spLocks noGrp="1"/>
          </p:cNvSpPr>
          <p:nvPr>
            <p:ph type="sldNum" idx="6"/>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chemeClr val="lt1"/>
                </a:solidFill>
                <a:latin typeface="Arial"/>
              </a:defRPr>
            </a:lvl1pPr>
          </a:lstStyle>
          <a:p>
            <a:pPr indent="0" algn="r" defTabSz="914400">
              <a:lnSpc>
                <a:spcPct val="100000"/>
              </a:lnSpc>
              <a:buNone/>
              <a:tabLst>
                <a:tab pos="0" algn="l"/>
              </a:tabLst>
            </a:pPr>
            <a:fld id="{66DDA6A5-3F30-41F6-82C2-645D6796C211}" type="slidenum">
              <a:rPr lang="nl-NL" sz="1000" b="0" strike="noStrike" spc="-1">
                <a:solidFill>
                  <a:schemeClr val="lt1"/>
                </a:solidFill>
                <a:latin typeface="Arial"/>
              </a:rPr>
              <a:t>‹nr.›</a:t>
            </a:fld>
            <a:endParaRPr lang="nl-NL" sz="1000" b="0" strike="noStrike" spc="-1">
              <a:solidFill>
                <a:srgbClr val="000000"/>
              </a:solidFill>
              <a:latin typeface="Calibri"/>
            </a:endParaRPr>
          </a:p>
        </p:txBody>
      </p:sp>
      <p:sp>
        <p:nvSpPr>
          <p:cNvPr id="142" name="Tekstvak 6"/>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TITEL en object (groen)</a:t>
            </a:r>
            <a:endParaRPr lang="nl-NL" sz="1000" b="0" strike="noStrike" spc="-1">
              <a:solidFill>
                <a:srgbClr val="000000"/>
              </a:solidFill>
              <a:latin typeface="Calibri"/>
            </a:endParaRPr>
          </a:p>
        </p:txBody>
      </p:sp>
      <p:pic>
        <p:nvPicPr>
          <p:cNvPr id="143" name="Afbeelding 12"/>
          <p:cNvPicPr/>
          <p:nvPr/>
        </p:nvPicPr>
        <p:blipFill>
          <a:blip r:embed="rId7"/>
          <a:stretch/>
        </p:blipFill>
        <p:spPr>
          <a:xfrm>
            <a:off x="303840" y="6201360"/>
            <a:ext cx="1148760" cy="443160"/>
          </a:xfrm>
          <a:prstGeom prst="rect">
            <a:avLst/>
          </a:prstGeom>
          <a:noFill/>
          <a:ln w="0">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el en object (groen+1/3 foto)">
    <p:bg>
      <p:bgPr>
        <a:solidFill>
          <a:srgbClr val="FFFFFF"/>
        </a:solidFill>
        <a:effectLst/>
      </p:bgPr>
    </p:bg>
    <p:spTree>
      <p:nvGrpSpPr>
        <p:cNvPr id="1" name=""/>
        <p:cNvGrpSpPr/>
        <p:nvPr/>
      </p:nvGrpSpPr>
      <p:grpSpPr>
        <a:xfrm>
          <a:off x="0" y="0"/>
          <a:ext cx="0" cy="0"/>
          <a:chOff x="0" y="0"/>
          <a:chExt cx="0" cy="0"/>
        </a:xfrm>
      </p:grpSpPr>
      <p:pic>
        <p:nvPicPr>
          <p:cNvPr id="144" name="Afbeelding 3"/>
          <p:cNvPicPr/>
          <p:nvPr/>
        </p:nvPicPr>
        <p:blipFill>
          <a:blip r:embed="rId2"/>
          <a:stretch/>
        </p:blipFill>
        <p:spPr>
          <a:xfrm>
            <a:off x="0" y="0"/>
            <a:ext cx="12189600" cy="570600"/>
          </a:xfrm>
          <a:prstGeom prst="rect">
            <a:avLst/>
          </a:prstGeom>
          <a:noFill/>
          <a:ln w="0">
            <a:noFill/>
          </a:ln>
        </p:spPr>
      </p:pic>
      <p:sp>
        <p:nvSpPr>
          <p:cNvPr id="145"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146" name="Afbeelding 13"/>
          <p:cNvPicPr/>
          <p:nvPr/>
        </p:nvPicPr>
        <p:blipFill>
          <a:blip r:embed="rId3"/>
          <a:stretch/>
        </p:blipFill>
        <p:spPr>
          <a:xfrm>
            <a:off x="-2115360" y="1359720"/>
            <a:ext cx="426240" cy="654840"/>
          </a:xfrm>
          <a:prstGeom prst="rect">
            <a:avLst/>
          </a:prstGeom>
          <a:noFill/>
          <a:ln w="0">
            <a:noFill/>
          </a:ln>
        </p:spPr>
      </p:pic>
      <p:pic>
        <p:nvPicPr>
          <p:cNvPr id="147" name="Afbeelding 15"/>
          <p:cNvPicPr/>
          <p:nvPr/>
        </p:nvPicPr>
        <p:blipFill>
          <a:blip r:embed="rId4"/>
          <a:stretch/>
        </p:blipFill>
        <p:spPr>
          <a:xfrm>
            <a:off x="-2115360" y="6262920"/>
            <a:ext cx="1454760" cy="521280"/>
          </a:xfrm>
          <a:prstGeom prst="rect">
            <a:avLst/>
          </a:prstGeom>
          <a:noFill/>
          <a:ln w="0">
            <a:noFill/>
          </a:ln>
        </p:spPr>
      </p:pic>
      <p:cxnSp>
        <p:nvCxnSpPr>
          <p:cNvPr id="148"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149"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150"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151"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152"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153"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154"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155"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156"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157" name="Afbeelding 19"/>
          <p:cNvPicPr/>
          <p:nvPr/>
        </p:nvPicPr>
        <p:blipFill>
          <a:blip r:embed="rId6"/>
          <a:stretch/>
        </p:blipFill>
        <p:spPr>
          <a:xfrm>
            <a:off x="303480" y="6201360"/>
            <a:ext cx="1149480" cy="443160"/>
          </a:xfrm>
          <a:prstGeom prst="rect">
            <a:avLst/>
          </a:prstGeom>
          <a:noFill/>
          <a:ln w="0">
            <a:noFill/>
          </a:ln>
        </p:spPr>
      </p:pic>
      <p:sp>
        <p:nvSpPr>
          <p:cNvPr id="158" name="Rechthoek 6"/>
          <p:cNvSpPr/>
          <p:nvPr/>
        </p:nvSpPr>
        <p:spPr>
          <a:xfrm>
            <a:off x="0" y="0"/>
            <a:ext cx="12189600" cy="6855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strike="noStrike" spc="-1">
              <a:solidFill>
                <a:schemeClr val="lt1"/>
              </a:solidFill>
              <a:latin typeface="Arial"/>
            </a:endParaRPr>
          </a:p>
        </p:txBody>
      </p:sp>
      <p:sp>
        <p:nvSpPr>
          <p:cNvPr id="159" name="PlaceHolder 1"/>
          <p:cNvSpPr>
            <a:spLocks noGrp="1"/>
          </p:cNvSpPr>
          <p:nvPr>
            <p:ph type="title"/>
          </p:nvPr>
        </p:nvSpPr>
        <p:spPr>
          <a:xfrm>
            <a:off x="671040" y="1026000"/>
            <a:ext cx="712044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lt1"/>
                </a:solidFill>
                <a:latin typeface="Arial"/>
              </a:rPr>
              <a:t>Klik om stijl te bewerken</a:t>
            </a:r>
            <a:endParaRPr lang="nl-NL" sz="2500" b="0" strike="noStrike" spc="-1">
              <a:solidFill>
                <a:schemeClr val="dk1"/>
              </a:solidFill>
              <a:latin typeface="Arial"/>
            </a:endParaRPr>
          </a:p>
        </p:txBody>
      </p:sp>
      <p:sp>
        <p:nvSpPr>
          <p:cNvPr id="160" name="PlaceHolder 2"/>
          <p:cNvSpPr>
            <a:spLocks noGrp="1"/>
          </p:cNvSpPr>
          <p:nvPr>
            <p:ph type="body"/>
          </p:nvPr>
        </p:nvSpPr>
        <p:spPr>
          <a:xfrm>
            <a:off x="671040" y="1764000"/>
            <a:ext cx="7120440" cy="4137480"/>
          </a:xfrm>
          <a:prstGeom prst="rect">
            <a:avLst/>
          </a:prstGeom>
          <a:noFill/>
          <a:ln w="0">
            <a:noFill/>
          </a:ln>
        </p:spPr>
        <p:txBody>
          <a:bodyPr lIns="0" tIns="0" rIns="0" bIns="0" anchor="t">
            <a:noAutofit/>
          </a:bodyPr>
          <a:lstStyle/>
          <a:p>
            <a:pPr marL="288000" indent="-288000" defTabSz="914400">
              <a:lnSpc>
                <a:spcPct val="100000"/>
              </a:lnSpc>
              <a:spcBef>
                <a:spcPts val="1001"/>
              </a:spcBef>
              <a:buClr>
                <a:srgbClr val="FFFFFF"/>
              </a:buClr>
              <a:buFont typeface="Arial"/>
              <a:buChar char="-"/>
            </a:pPr>
            <a:r>
              <a:rPr lang="nl-NL" sz="2000" b="0" strike="noStrike" spc="-1">
                <a:solidFill>
                  <a:schemeClr val="lt1"/>
                </a:solidFill>
                <a:latin typeface="Arial"/>
              </a:rPr>
              <a:t>Klikken om de tekststijl van het model te bewerken</a:t>
            </a:r>
            <a:endParaRPr lang="nl-NL" sz="2000" b="0" strike="noStrike" spc="-1">
              <a:solidFill>
                <a:schemeClr val="dk1"/>
              </a:solidFill>
              <a:latin typeface="Arial"/>
            </a:endParaRPr>
          </a:p>
          <a:p>
            <a:pPr marL="576000" lvl="1"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Tweede niveau</a:t>
            </a:r>
            <a:endParaRPr lang="nl-NL" sz="2000" b="0" strike="noStrike" spc="-1">
              <a:solidFill>
                <a:schemeClr val="dk1"/>
              </a:solidFill>
              <a:latin typeface="Arial"/>
            </a:endParaRPr>
          </a:p>
          <a:p>
            <a:pPr marL="864000" lvl="2"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Derde niveau</a:t>
            </a:r>
            <a:endParaRPr lang="nl-NL" sz="2000" b="0" strike="noStrike" spc="-1">
              <a:solidFill>
                <a:schemeClr val="dk1"/>
              </a:solidFill>
              <a:latin typeface="Arial"/>
            </a:endParaRPr>
          </a:p>
          <a:p>
            <a:pPr marL="1152000" lvl="3"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Vierde niveau</a:t>
            </a:r>
            <a:endParaRPr lang="nl-NL" sz="2000" b="0" strike="noStrike" spc="-1">
              <a:solidFill>
                <a:schemeClr val="dk1"/>
              </a:solidFill>
              <a:latin typeface="Arial"/>
            </a:endParaRPr>
          </a:p>
          <a:p>
            <a:pPr marL="1440000" lvl="4"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Vijfde niveau</a:t>
            </a:r>
            <a:endParaRPr lang="nl-NL" sz="2000" b="0" strike="noStrike" spc="-1">
              <a:solidFill>
                <a:schemeClr val="dk1"/>
              </a:solidFill>
              <a:latin typeface="Arial"/>
            </a:endParaRPr>
          </a:p>
        </p:txBody>
      </p:sp>
      <p:sp>
        <p:nvSpPr>
          <p:cNvPr id="161" name="PlaceHolder 3"/>
          <p:cNvSpPr>
            <a:spLocks noGrp="1"/>
          </p:cNvSpPr>
          <p:nvPr>
            <p:ph type="sldNum" idx="7"/>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BE4871F7-16F3-40BE-93FE-EF8F6AD68443}"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162" name="PlaceHolder 4"/>
          <p:cNvSpPr>
            <a:spLocks noGrp="1"/>
          </p:cNvSpPr>
          <p:nvPr>
            <p:ph type="body"/>
          </p:nvPr>
        </p:nvSpPr>
        <p:spPr>
          <a:xfrm>
            <a:off x="8225280" y="0"/>
            <a:ext cx="3963960" cy="6855480"/>
          </a:xfrm>
          <a:prstGeom prst="rect">
            <a:avLst/>
          </a:prstGeom>
          <a:solidFill>
            <a:schemeClr val="lt1">
              <a:lumMod val="95000"/>
            </a:schemeClr>
          </a:solidFill>
          <a:ln w="0">
            <a:noFill/>
          </a:ln>
        </p:spPr>
        <p:txBody>
          <a:bodyPr lIns="90000" tIns="45000" rIns="90000" bIns="45000" anchor="t">
            <a:normAutofit/>
          </a:bodyPr>
          <a:lstStyle/>
          <a:p>
            <a:pPr marL="228600" indent="0" algn="ctr" defTabSz="914400">
              <a:lnSpc>
                <a:spcPct val="100000"/>
              </a:lnSpc>
              <a:spcBef>
                <a:spcPts val="1001"/>
              </a:spcBef>
              <a:buNone/>
              <a:tabLst>
                <a:tab pos="0" algn="l"/>
              </a:tabLst>
            </a:pPr>
            <a:r>
              <a:rPr lang="nl-NL" sz="1200" b="0" strike="noStrike" spc="-1">
                <a:solidFill>
                  <a:schemeClr val="dk1"/>
                </a:solidFill>
                <a:latin typeface="Arial"/>
              </a:rPr>
              <a:t>Klik op het </a:t>
            </a:r>
            <a:br>
              <a:rPr sz="1200"/>
            </a:br>
            <a:r>
              <a:rPr lang="nl-NL" sz="1200" b="0" strike="noStrike" spc="-1">
                <a:solidFill>
                  <a:schemeClr val="dk1"/>
                </a:solidFill>
                <a:latin typeface="Arial"/>
              </a:rPr>
              <a:t>afbeeldingspictogram en </a:t>
            </a:r>
            <a:br>
              <a:rPr sz="1200"/>
            </a:br>
            <a:r>
              <a:rPr lang="nl-NL" sz="1200" b="0" strike="noStrike" spc="-1">
                <a:solidFill>
                  <a:schemeClr val="dk1"/>
                </a:solidFill>
                <a:latin typeface="Arial"/>
              </a:rPr>
              <a:t>voeg je eigen foto in.</a:t>
            </a:r>
          </a:p>
        </p:txBody>
      </p:sp>
      <p:sp>
        <p:nvSpPr>
          <p:cNvPr id="163" name="Tekstvak 12"/>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TITEL en object (groen+1/3 foto)</a:t>
            </a:r>
            <a:endParaRPr lang="nl-NL" sz="1000" b="0" strike="noStrike" spc="-1">
              <a:solidFill>
                <a:srgbClr val="000000"/>
              </a:solidFill>
              <a:latin typeface="Calibri"/>
            </a:endParaRPr>
          </a:p>
        </p:txBody>
      </p:sp>
      <p:pic>
        <p:nvPicPr>
          <p:cNvPr id="164" name="Afbeelding 14"/>
          <p:cNvPicPr/>
          <p:nvPr/>
        </p:nvPicPr>
        <p:blipFill>
          <a:blip r:embed="rId7"/>
          <a:stretch/>
        </p:blipFill>
        <p:spPr>
          <a:xfrm>
            <a:off x="12655800" y="3048120"/>
            <a:ext cx="531000" cy="654840"/>
          </a:xfrm>
          <a:prstGeom prst="rect">
            <a:avLst/>
          </a:prstGeom>
          <a:noFill/>
          <a:ln w="0">
            <a:noFill/>
          </a:ln>
        </p:spPr>
      </p:pic>
      <p:pic>
        <p:nvPicPr>
          <p:cNvPr id="165" name="Afbeelding 15"/>
          <p:cNvPicPr/>
          <p:nvPr/>
        </p:nvPicPr>
        <p:blipFill>
          <a:blip r:embed="rId7"/>
          <a:stretch/>
        </p:blipFill>
        <p:spPr>
          <a:xfrm>
            <a:off x="12655800" y="3048120"/>
            <a:ext cx="531000" cy="654840"/>
          </a:xfrm>
          <a:prstGeom prst="rect">
            <a:avLst/>
          </a:prstGeom>
          <a:noFill/>
          <a:ln w="0">
            <a:noFill/>
          </a:ln>
        </p:spPr>
      </p:pic>
      <p:pic>
        <p:nvPicPr>
          <p:cNvPr id="166" name="Afbeelding 16"/>
          <p:cNvPicPr/>
          <p:nvPr/>
        </p:nvPicPr>
        <p:blipFill>
          <a:blip r:embed="rId7"/>
          <a:stretch/>
        </p:blipFill>
        <p:spPr>
          <a:xfrm>
            <a:off x="12655800" y="3048120"/>
            <a:ext cx="531000" cy="654840"/>
          </a:xfrm>
          <a:prstGeom prst="rect">
            <a:avLst/>
          </a:prstGeom>
          <a:noFill/>
          <a:ln w="0">
            <a:noFill/>
          </a:ln>
        </p:spPr>
      </p:pic>
      <p:sp>
        <p:nvSpPr>
          <p:cNvPr id="167" name="Tekstvak 17"/>
          <p:cNvSpPr/>
          <p:nvPr/>
        </p:nvSpPr>
        <p:spPr>
          <a:xfrm>
            <a:off x="12478680" y="-36000"/>
            <a:ext cx="2085480" cy="488592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strike="noStrike" cap="all" spc="-1">
                <a:solidFill>
                  <a:schemeClr val="dk2"/>
                </a:solidFill>
                <a:latin typeface="Arial"/>
              </a:rPr>
              <a:t>FOTO INVOEGEN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Klik op het afbeeldings-pictogram in het midden van het fotovak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VERVANGEN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Verwijder de foto door op </a:t>
            </a:r>
            <a:r>
              <a:rPr lang="nl-NL" sz="900" b="0" strike="noStrike" spc="-1">
                <a:solidFill>
                  <a:srgbClr val="515F67"/>
                </a:solidFill>
                <a:latin typeface="Arial Black"/>
              </a:rPr>
              <a:t>Delete</a:t>
            </a:r>
            <a:r>
              <a:rPr lang="nl-NL" sz="900" b="1" strike="noStrike" spc="-1">
                <a:solidFill>
                  <a:srgbClr val="515F67"/>
                </a:solidFill>
                <a:latin typeface="Arial"/>
              </a:rPr>
              <a:t> </a:t>
            </a:r>
            <a:r>
              <a:rPr lang="nl-NL" sz="900" b="0" strike="noStrike" spc="-1">
                <a:solidFill>
                  <a:srgbClr val="515F67"/>
                </a:solidFill>
                <a:latin typeface="Arial"/>
              </a:rPr>
              <a:t>te drukken.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afbeeldings-pictogram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BIJSNIJDEN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br>
              <a:rPr sz="900"/>
            </a:br>
            <a:r>
              <a:rPr lang="nl-NL" sz="900" b="0" strike="noStrike" spc="-1">
                <a:solidFill>
                  <a:srgbClr val="515F67"/>
                </a:solidFill>
                <a:latin typeface="Arial"/>
              </a:rPr>
              <a:t>De tab ‘Afbeeldingsopmaak’ verschijnt.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Bijsnijden</a:t>
            </a:r>
            <a:r>
              <a:rPr lang="nl-NL" sz="900" b="0" strike="noStrike" spc="-1">
                <a:solidFill>
                  <a:srgbClr val="515F67"/>
                </a:solidFill>
                <a:latin typeface="Arial"/>
              </a:rPr>
              <a:t>.</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optie </a:t>
            </a:r>
            <a:r>
              <a:rPr lang="nl-NL" sz="900" b="0" strike="noStrike" spc="-1">
                <a:solidFill>
                  <a:srgbClr val="515F67"/>
                </a:solidFill>
                <a:latin typeface="Arial Black"/>
              </a:rPr>
              <a:t>Opvullen</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Houd eventueel de </a:t>
            </a:r>
            <a:r>
              <a:rPr lang="nl-NL" sz="900" b="0" strike="noStrike" spc="-1">
                <a:solidFill>
                  <a:srgbClr val="515F67"/>
                </a:solidFill>
                <a:latin typeface="Arial Black"/>
              </a:rPr>
              <a:t>Shift-toets</a:t>
            </a:r>
            <a:r>
              <a:rPr lang="nl-NL" sz="900" b="0" strike="noStrike" spc="-1">
                <a:solidFill>
                  <a:srgbClr val="515F67"/>
                </a:solidFill>
                <a:latin typeface="Arial"/>
              </a:rPr>
              <a:t> ingedrukt en sleep de foto zodat het juiste deel van de foto wordt getoond. </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naast de dia.</a:t>
            </a:r>
            <a:endParaRPr lang="nl-NL" sz="900" b="0" strike="noStrike" spc="-1">
              <a:solidFill>
                <a:srgbClr val="000000"/>
              </a:solidFill>
              <a:latin typeface="Calibri"/>
            </a:endParaRPr>
          </a:p>
        </p:txBody>
      </p:sp>
      <p:pic>
        <p:nvPicPr>
          <p:cNvPr id="168" name="Afbeelding 19"/>
          <p:cNvPicPr/>
          <p:nvPr/>
        </p:nvPicPr>
        <p:blipFill>
          <a:blip r:embed="rId8"/>
          <a:stretch/>
        </p:blipFill>
        <p:spPr>
          <a:xfrm>
            <a:off x="303840" y="6201360"/>
            <a:ext cx="1148760" cy="443160"/>
          </a:xfrm>
          <a:prstGeom prst="rect">
            <a:avLst/>
          </a:prstGeom>
          <a:noFill/>
          <a:ln w="0">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2_Bullittekst en object">
    <p:bg>
      <p:bgPr>
        <a:solidFill>
          <a:srgbClr val="FFFFFF"/>
        </a:solidFill>
        <a:effectLst/>
      </p:bgPr>
    </p:bg>
    <p:spTree>
      <p:nvGrpSpPr>
        <p:cNvPr id="1" name=""/>
        <p:cNvGrpSpPr/>
        <p:nvPr/>
      </p:nvGrpSpPr>
      <p:grpSpPr>
        <a:xfrm>
          <a:off x="0" y="0"/>
          <a:ext cx="0" cy="0"/>
          <a:chOff x="0" y="0"/>
          <a:chExt cx="0" cy="0"/>
        </a:xfrm>
      </p:grpSpPr>
      <p:sp>
        <p:nvSpPr>
          <p:cNvPr id="169" name="PlaceHolder 1"/>
          <p:cNvSpPr>
            <a:spLocks noGrp="1"/>
          </p:cNvSpPr>
          <p:nvPr>
            <p:ph type="title"/>
          </p:nvPr>
        </p:nvSpPr>
        <p:spPr>
          <a:xfrm>
            <a:off x="1080000" y="360000"/>
            <a:ext cx="10437840" cy="1045800"/>
          </a:xfrm>
          <a:prstGeom prst="rect">
            <a:avLst/>
          </a:prstGeom>
          <a:noFill/>
          <a:ln w="0">
            <a:noFill/>
          </a:ln>
        </p:spPr>
        <p:txBody>
          <a:bodyPr lIns="90000" tIns="45000" rIns="90000" bIns="45000" anchor="t">
            <a:noAutofit/>
          </a:bodyPr>
          <a:lstStyle/>
          <a:p>
            <a:pPr indent="0" defTabSz="914400">
              <a:lnSpc>
                <a:spcPct val="90000"/>
              </a:lnSpc>
              <a:buNone/>
              <a:tabLst>
                <a:tab pos="0" algn="l"/>
              </a:tabLst>
            </a:pPr>
            <a:r>
              <a:rPr lang="nl-NL" sz="4400" b="0" strike="noStrike" spc="-1">
                <a:solidFill>
                  <a:schemeClr val="dk1"/>
                </a:solidFill>
                <a:latin typeface="Arial"/>
              </a:rPr>
              <a:t>Klik om stijl te bewerken</a:t>
            </a:r>
          </a:p>
        </p:txBody>
      </p:sp>
      <p:sp>
        <p:nvSpPr>
          <p:cNvPr id="170" name="PlaceHolder 2"/>
          <p:cNvSpPr>
            <a:spLocks noGrp="1"/>
          </p:cNvSpPr>
          <p:nvPr>
            <p:ph type="body"/>
          </p:nvPr>
        </p:nvSpPr>
        <p:spPr>
          <a:xfrm>
            <a:off x="1080000" y="1825560"/>
            <a:ext cx="10437840" cy="4317840"/>
          </a:xfrm>
          <a:prstGeom prst="rect">
            <a:avLst/>
          </a:prstGeom>
          <a:noFill/>
          <a:ln w="0">
            <a:noFill/>
          </a:ln>
        </p:spPr>
        <p:txBody>
          <a:bodyPr lIns="0" tIns="0" rIns="0" bIns="0" anchor="t">
            <a:normAutofit/>
          </a:bodyPr>
          <a:lstStyle/>
          <a:p>
            <a:pPr marL="180000" indent="-180000" defTabSz="914400">
              <a:lnSpc>
                <a:spcPct val="90000"/>
              </a:lnSpc>
              <a:spcBef>
                <a:spcPts val="1001"/>
              </a:spcBef>
              <a:buClr>
                <a:srgbClr val="194366"/>
              </a:buClr>
              <a:buSzPct val="110000"/>
              <a:buFont typeface="Arial"/>
              <a:buChar char="•"/>
            </a:pPr>
            <a:r>
              <a:rPr lang="nl-NL" sz="2400" b="0" strike="noStrike" spc="-1">
                <a:solidFill>
                  <a:schemeClr val="dk1"/>
                </a:solidFill>
                <a:latin typeface="Barlow"/>
              </a:rPr>
              <a:t>Klikken om de tekststijl van het model te bewerken</a:t>
            </a:r>
            <a:endParaRPr lang="nl-NL" sz="2400" b="0" strike="noStrike" spc="-1">
              <a:solidFill>
                <a:schemeClr val="dk1"/>
              </a:solidFill>
              <a:latin typeface="Arial"/>
            </a:endParaRPr>
          </a:p>
          <a:p>
            <a:pPr marL="360000" lvl="1" indent="-180000" defTabSz="914400">
              <a:lnSpc>
                <a:spcPct val="90000"/>
              </a:lnSpc>
              <a:spcBef>
                <a:spcPts val="499"/>
              </a:spcBef>
              <a:buClr>
                <a:srgbClr val="EB8C3D"/>
              </a:buClr>
              <a:buSzPct val="110000"/>
              <a:buFont typeface="Arial"/>
              <a:buChar char="•"/>
            </a:pPr>
            <a:r>
              <a:rPr lang="nl-NL" sz="2200" b="0" strike="noStrike" spc="-1">
                <a:solidFill>
                  <a:schemeClr val="dk1"/>
                </a:solidFill>
                <a:latin typeface="Barlow"/>
              </a:rPr>
              <a:t>Tweede niveau</a:t>
            </a:r>
            <a:endParaRPr lang="nl-NL" sz="2200" b="0" strike="noStrike" spc="-1">
              <a:solidFill>
                <a:schemeClr val="dk1"/>
              </a:solidFill>
              <a:latin typeface="Arial"/>
            </a:endParaRPr>
          </a:p>
          <a:p>
            <a:pPr marL="540000" lvl="2" indent="-180000" defTabSz="914400">
              <a:lnSpc>
                <a:spcPct val="90000"/>
              </a:lnSpc>
              <a:spcBef>
                <a:spcPts val="499"/>
              </a:spcBef>
              <a:buClr>
                <a:srgbClr val="DB2D67"/>
              </a:buClr>
              <a:buSzPct val="110000"/>
              <a:buFont typeface="Arial"/>
              <a:buChar char="•"/>
            </a:pPr>
            <a:r>
              <a:rPr lang="nl-NL" sz="2000" b="0" strike="noStrike" spc="-1">
                <a:solidFill>
                  <a:schemeClr val="dk1"/>
                </a:solidFill>
                <a:latin typeface="Barlow"/>
              </a:rPr>
              <a:t>Derde niveau</a:t>
            </a:r>
            <a:endParaRPr lang="nl-NL" sz="2000" b="0" strike="noStrike" spc="-1">
              <a:solidFill>
                <a:schemeClr val="dk1"/>
              </a:solidFill>
              <a:latin typeface="Arial"/>
            </a:endParaRPr>
          </a:p>
          <a:p>
            <a:pPr marL="720000" lvl="3" indent="-180000" defTabSz="914400">
              <a:lnSpc>
                <a:spcPct val="90000"/>
              </a:lnSpc>
              <a:spcBef>
                <a:spcPts val="499"/>
              </a:spcBef>
              <a:buClr>
                <a:srgbClr val="EB8C3D"/>
              </a:buClr>
              <a:buSzPct val="110000"/>
              <a:buFont typeface="Arial"/>
              <a:buChar char="•"/>
            </a:pPr>
            <a:r>
              <a:rPr lang="nl-NL" sz="1800" b="0" strike="noStrike" spc="-1">
                <a:solidFill>
                  <a:schemeClr val="dk1"/>
                </a:solidFill>
                <a:latin typeface="Barlow"/>
              </a:rPr>
              <a:t>Vierde niveau</a:t>
            </a:r>
            <a:endParaRPr lang="nl-NL" sz="1800" b="0" strike="noStrike" spc="-1">
              <a:solidFill>
                <a:schemeClr val="dk1"/>
              </a:solidFill>
              <a:latin typeface="Arial"/>
            </a:endParaRPr>
          </a:p>
          <a:p>
            <a:pPr marL="900000" lvl="4" indent="-180000" defTabSz="914400">
              <a:lnSpc>
                <a:spcPct val="90000"/>
              </a:lnSpc>
              <a:spcBef>
                <a:spcPts val="499"/>
              </a:spcBef>
              <a:buClr>
                <a:srgbClr val="EB8C3D"/>
              </a:buClr>
              <a:buSzPct val="110000"/>
              <a:buFont typeface="Arial"/>
              <a:buChar char="•"/>
            </a:pPr>
            <a:r>
              <a:rPr lang="nl-NL" sz="1600" b="0" strike="noStrike" spc="-1">
                <a:solidFill>
                  <a:schemeClr val="dk1"/>
                </a:solidFill>
                <a:latin typeface="Barlow"/>
              </a:rPr>
              <a:t>Vijfde niveau</a:t>
            </a:r>
            <a:endParaRPr lang="nl-NL" sz="1600" b="0" strike="noStrike" spc="-1">
              <a:solidFill>
                <a:schemeClr val="dk1"/>
              </a:solidFill>
              <a:latin typeface="Arial"/>
            </a:endParaRPr>
          </a:p>
        </p:txBody>
      </p:sp>
      <p:sp>
        <p:nvSpPr>
          <p:cNvPr id="171" name="PlaceHolder 3"/>
          <p:cNvSpPr>
            <a:spLocks noGrp="1"/>
          </p:cNvSpPr>
          <p:nvPr>
            <p:ph type="ftr" idx="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nl-NL" sz="1800" b="0" strike="noStrike" spc="-1">
                <a:solidFill>
                  <a:schemeClr val="dk1"/>
                </a:solidFill>
                <a:latin typeface="Arial"/>
              </a:defRPr>
            </a:lvl1pPr>
          </a:lstStyle>
          <a:p>
            <a:pPr indent="0" defTabSz="914400">
              <a:lnSpc>
                <a:spcPct val="100000"/>
              </a:lnSpc>
              <a:buNone/>
              <a:tabLst>
                <a:tab pos="0" algn="l"/>
              </a:tabLst>
            </a:pPr>
            <a:r>
              <a:rPr lang="nl-NL" sz="1800" b="0" strike="noStrike" spc="-1">
                <a:solidFill>
                  <a:schemeClr val="dk1"/>
                </a:solidFill>
                <a:latin typeface="Arial"/>
              </a:rPr>
              <a:t>&lt;voettekst&gt;</a:t>
            </a:r>
            <a:endParaRPr lang="nl-NL" sz="1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el en object (groen+2/3 foto)">
    <p:bg>
      <p:bgPr>
        <a:solidFill>
          <a:srgbClr val="FFFFFF"/>
        </a:solidFill>
        <a:effectLst/>
      </p:bgPr>
    </p:bg>
    <p:spTree>
      <p:nvGrpSpPr>
        <p:cNvPr id="1" name=""/>
        <p:cNvGrpSpPr/>
        <p:nvPr/>
      </p:nvGrpSpPr>
      <p:grpSpPr>
        <a:xfrm>
          <a:off x="0" y="0"/>
          <a:ext cx="0" cy="0"/>
          <a:chOff x="0" y="0"/>
          <a:chExt cx="0" cy="0"/>
        </a:xfrm>
      </p:grpSpPr>
      <p:pic>
        <p:nvPicPr>
          <p:cNvPr id="172" name="Afbeelding 3"/>
          <p:cNvPicPr/>
          <p:nvPr/>
        </p:nvPicPr>
        <p:blipFill>
          <a:blip r:embed="rId2"/>
          <a:stretch/>
        </p:blipFill>
        <p:spPr>
          <a:xfrm>
            <a:off x="0" y="0"/>
            <a:ext cx="12189600" cy="570600"/>
          </a:xfrm>
          <a:prstGeom prst="rect">
            <a:avLst/>
          </a:prstGeom>
          <a:noFill/>
          <a:ln w="0">
            <a:noFill/>
          </a:ln>
        </p:spPr>
      </p:pic>
      <p:sp>
        <p:nvSpPr>
          <p:cNvPr id="173"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174" name="Afbeelding 13"/>
          <p:cNvPicPr/>
          <p:nvPr/>
        </p:nvPicPr>
        <p:blipFill>
          <a:blip r:embed="rId3"/>
          <a:stretch/>
        </p:blipFill>
        <p:spPr>
          <a:xfrm>
            <a:off x="-2115360" y="1359720"/>
            <a:ext cx="426240" cy="654840"/>
          </a:xfrm>
          <a:prstGeom prst="rect">
            <a:avLst/>
          </a:prstGeom>
          <a:noFill/>
          <a:ln w="0">
            <a:noFill/>
          </a:ln>
        </p:spPr>
      </p:pic>
      <p:pic>
        <p:nvPicPr>
          <p:cNvPr id="175" name="Afbeelding 15"/>
          <p:cNvPicPr/>
          <p:nvPr/>
        </p:nvPicPr>
        <p:blipFill>
          <a:blip r:embed="rId4"/>
          <a:stretch/>
        </p:blipFill>
        <p:spPr>
          <a:xfrm>
            <a:off x="-2115360" y="6262920"/>
            <a:ext cx="1454760" cy="521280"/>
          </a:xfrm>
          <a:prstGeom prst="rect">
            <a:avLst/>
          </a:prstGeom>
          <a:noFill/>
          <a:ln w="0">
            <a:noFill/>
          </a:ln>
        </p:spPr>
      </p:pic>
      <p:cxnSp>
        <p:nvCxnSpPr>
          <p:cNvPr id="176"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177"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178"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179"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180"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181"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182"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183"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184"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185" name="Afbeelding 19"/>
          <p:cNvPicPr/>
          <p:nvPr/>
        </p:nvPicPr>
        <p:blipFill>
          <a:blip r:embed="rId6"/>
          <a:stretch/>
        </p:blipFill>
        <p:spPr>
          <a:xfrm>
            <a:off x="303480" y="6201360"/>
            <a:ext cx="1149480" cy="443160"/>
          </a:xfrm>
          <a:prstGeom prst="rect">
            <a:avLst/>
          </a:prstGeom>
          <a:noFill/>
          <a:ln w="0">
            <a:noFill/>
          </a:ln>
        </p:spPr>
      </p:pic>
      <p:sp>
        <p:nvSpPr>
          <p:cNvPr id="186" name="Rechthoek 6"/>
          <p:cNvSpPr/>
          <p:nvPr/>
        </p:nvSpPr>
        <p:spPr>
          <a:xfrm>
            <a:off x="0" y="0"/>
            <a:ext cx="12189600" cy="6855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strike="noStrike" spc="-1">
              <a:solidFill>
                <a:schemeClr val="lt1"/>
              </a:solidFill>
              <a:latin typeface="Arial"/>
            </a:endParaRPr>
          </a:p>
        </p:txBody>
      </p:sp>
      <p:sp>
        <p:nvSpPr>
          <p:cNvPr id="187" name="PlaceHolder 1"/>
          <p:cNvSpPr>
            <a:spLocks noGrp="1"/>
          </p:cNvSpPr>
          <p:nvPr>
            <p:ph type="sldNum" idx="9"/>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7B853091-6CC4-4409-B034-284B197581A8}"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188" name="PlaceHolder 2"/>
          <p:cNvSpPr>
            <a:spLocks noGrp="1"/>
          </p:cNvSpPr>
          <p:nvPr>
            <p:ph type="body"/>
          </p:nvPr>
        </p:nvSpPr>
        <p:spPr>
          <a:xfrm>
            <a:off x="4079880" y="0"/>
            <a:ext cx="8109360" cy="6855480"/>
          </a:xfrm>
          <a:prstGeom prst="rect">
            <a:avLst/>
          </a:prstGeom>
          <a:solidFill>
            <a:schemeClr val="lt1">
              <a:lumMod val="95000"/>
            </a:schemeClr>
          </a:solidFill>
          <a:ln w="0">
            <a:noFill/>
          </a:ln>
        </p:spPr>
        <p:txBody>
          <a:bodyPr lIns="90000" tIns="45000" rIns="90000" bIns="45000" anchor="t">
            <a:normAutofit/>
          </a:bodyPr>
          <a:lstStyle/>
          <a:p>
            <a:pPr marL="228600" indent="0" algn="ctr" defTabSz="914400">
              <a:lnSpc>
                <a:spcPct val="100000"/>
              </a:lnSpc>
              <a:spcBef>
                <a:spcPts val="1001"/>
              </a:spcBef>
              <a:buNone/>
              <a:tabLst>
                <a:tab pos="0" algn="l"/>
              </a:tabLst>
            </a:pPr>
            <a:r>
              <a:rPr lang="nl-NL" sz="1200" b="0" strike="noStrike" spc="-1">
                <a:solidFill>
                  <a:schemeClr val="dk1"/>
                </a:solidFill>
                <a:latin typeface="Arial"/>
              </a:rPr>
              <a:t>Klik op het </a:t>
            </a:r>
            <a:br>
              <a:rPr sz="1200"/>
            </a:br>
            <a:r>
              <a:rPr lang="nl-NL" sz="1200" b="0" strike="noStrike" spc="-1">
                <a:solidFill>
                  <a:schemeClr val="dk1"/>
                </a:solidFill>
                <a:latin typeface="Arial"/>
              </a:rPr>
              <a:t>afbeeldingspictogram en </a:t>
            </a:r>
            <a:br>
              <a:rPr sz="1200"/>
            </a:br>
            <a:r>
              <a:rPr lang="nl-NL" sz="1200" b="0" strike="noStrike" spc="-1">
                <a:solidFill>
                  <a:schemeClr val="dk1"/>
                </a:solidFill>
                <a:latin typeface="Arial"/>
              </a:rPr>
              <a:t>voeg je eigen foto in.</a:t>
            </a:r>
          </a:p>
        </p:txBody>
      </p:sp>
      <p:sp>
        <p:nvSpPr>
          <p:cNvPr id="189" name="Tekstvak 12"/>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TITEL en object (groen+2/3 foto)</a:t>
            </a:r>
            <a:endParaRPr lang="nl-NL" sz="1000" b="0" strike="noStrike" spc="-1">
              <a:solidFill>
                <a:srgbClr val="000000"/>
              </a:solidFill>
              <a:latin typeface="Calibri"/>
            </a:endParaRPr>
          </a:p>
        </p:txBody>
      </p:sp>
      <p:pic>
        <p:nvPicPr>
          <p:cNvPr id="190" name="Afbeelding 14"/>
          <p:cNvPicPr/>
          <p:nvPr/>
        </p:nvPicPr>
        <p:blipFill>
          <a:blip r:embed="rId7"/>
          <a:stretch/>
        </p:blipFill>
        <p:spPr>
          <a:xfrm>
            <a:off x="12655800" y="3048120"/>
            <a:ext cx="531000" cy="654840"/>
          </a:xfrm>
          <a:prstGeom prst="rect">
            <a:avLst/>
          </a:prstGeom>
          <a:noFill/>
          <a:ln w="0">
            <a:noFill/>
          </a:ln>
        </p:spPr>
      </p:pic>
      <p:pic>
        <p:nvPicPr>
          <p:cNvPr id="191" name="Afbeelding 15"/>
          <p:cNvPicPr/>
          <p:nvPr/>
        </p:nvPicPr>
        <p:blipFill>
          <a:blip r:embed="rId7"/>
          <a:stretch/>
        </p:blipFill>
        <p:spPr>
          <a:xfrm>
            <a:off x="12655800" y="3048120"/>
            <a:ext cx="531000" cy="654840"/>
          </a:xfrm>
          <a:prstGeom prst="rect">
            <a:avLst/>
          </a:prstGeom>
          <a:noFill/>
          <a:ln w="0">
            <a:noFill/>
          </a:ln>
        </p:spPr>
      </p:pic>
      <p:pic>
        <p:nvPicPr>
          <p:cNvPr id="192" name="Afbeelding 16"/>
          <p:cNvPicPr/>
          <p:nvPr/>
        </p:nvPicPr>
        <p:blipFill>
          <a:blip r:embed="rId7"/>
          <a:stretch/>
        </p:blipFill>
        <p:spPr>
          <a:xfrm>
            <a:off x="12655800" y="3048120"/>
            <a:ext cx="531000" cy="654840"/>
          </a:xfrm>
          <a:prstGeom prst="rect">
            <a:avLst/>
          </a:prstGeom>
          <a:noFill/>
          <a:ln w="0">
            <a:noFill/>
          </a:ln>
        </p:spPr>
      </p:pic>
      <p:sp>
        <p:nvSpPr>
          <p:cNvPr id="193" name="Tekstvak 17"/>
          <p:cNvSpPr/>
          <p:nvPr/>
        </p:nvSpPr>
        <p:spPr>
          <a:xfrm>
            <a:off x="12478680" y="-36000"/>
            <a:ext cx="2085480" cy="488592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strike="noStrike" cap="all" spc="-1">
                <a:solidFill>
                  <a:schemeClr val="dk2"/>
                </a:solidFill>
                <a:latin typeface="Arial"/>
              </a:rPr>
              <a:t>FOTO INVOEGEN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Klik op het afbeeldings-pictogram in het midden van het fotovak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VERVANGEN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Verwijder de foto door op </a:t>
            </a:r>
            <a:r>
              <a:rPr lang="nl-NL" sz="900" b="0" strike="noStrike" spc="-1">
                <a:solidFill>
                  <a:srgbClr val="515F67"/>
                </a:solidFill>
                <a:latin typeface="Arial Black"/>
              </a:rPr>
              <a:t>Delete</a:t>
            </a:r>
            <a:r>
              <a:rPr lang="nl-NL" sz="900" b="1" strike="noStrike" spc="-1">
                <a:solidFill>
                  <a:srgbClr val="515F67"/>
                </a:solidFill>
                <a:latin typeface="Arial"/>
              </a:rPr>
              <a:t> </a:t>
            </a:r>
            <a:r>
              <a:rPr lang="nl-NL" sz="900" b="0" strike="noStrike" spc="-1">
                <a:solidFill>
                  <a:srgbClr val="515F67"/>
                </a:solidFill>
                <a:latin typeface="Arial"/>
              </a:rPr>
              <a:t>te drukken.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afbeeldings-pictogram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BIJSNIJDEN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br>
              <a:rPr sz="900"/>
            </a:br>
            <a:r>
              <a:rPr lang="nl-NL" sz="900" b="0" strike="noStrike" spc="-1">
                <a:solidFill>
                  <a:srgbClr val="515F67"/>
                </a:solidFill>
                <a:latin typeface="Arial"/>
              </a:rPr>
              <a:t>De tab ‘Afbeeldingsopmaak’ verschijnt.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Bijsnijden</a:t>
            </a:r>
            <a:r>
              <a:rPr lang="nl-NL" sz="900" b="0" strike="noStrike" spc="-1">
                <a:solidFill>
                  <a:srgbClr val="515F67"/>
                </a:solidFill>
                <a:latin typeface="Arial"/>
              </a:rPr>
              <a:t>.</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optie </a:t>
            </a:r>
            <a:r>
              <a:rPr lang="nl-NL" sz="900" b="0" strike="noStrike" spc="-1">
                <a:solidFill>
                  <a:srgbClr val="515F67"/>
                </a:solidFill>
                <a:latin typeface="Arial Black"/>
              </a:rPr>
              <a:t>Opvullen</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Houd eventueel de </a:t>
            </a:r>
            <a:r>
              <a:rPr lang="nl-NL" sz="900" b="0" strike="noStrike" spc="-1">
                <a:solidFill>
                  <a:srgbClr val="515F67"/>
                </a:solidFill>
                <a:latin typeface="Arial Black"/>
              </a:rPr>
              <a:t>Shift-toets</a:t>
            </a:r>
            <a:r>
              <a:rPr lang="nl-NL" sz="900" b="0" strike="noStrike" spc="-1">
                <a:solidFill>
                  <a:srgbClr val="515F67"/>
                </a:solidFill>
                <a:latin typeface="Arial"/>
              </a:rPr>
              <a:t> ingedrukt en sleep de foto zodat het juiste deel van de foto wordt getoond. </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naast de dia.</a:t>
            </a:r>
            <a:endParaRPr lang="nl-NL" sz="900" b="0" strike="noStrike" spc="-1">
              <a:solidFill>
                <a:srgbClr val="000000"/>
              </a:solidFill>
              <a:latin typeface="Calibri"/>
            </a:endParaRPr>
          </a:p>
        </p:txBody>
      </p:sp>
      <p:sp>
        <p:nvSpPr>
          <p:cNvPr id="194" name="PlaceHolder 3"/>
          <p:cNvSpPr>
            <a:spLocks noGrp="1"/>
          </p:cNvSpPr>
          <p:nvPr>
            <p:ph type="title"/>
          </p:nvPr>
        </p:nvSpPr>
        <p:spPr>
          <a:xfrm>
            <a:off x="672120" y="1026000"/>
            <a:ext cx="311868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lt1"/>
                </a:solidFill>
                <a:latin typeface="Arial"/>
              </a:rPr>
              <a:t>Klik om stijl te bewerken</a:t>
            </a:r>
            <a:endParaRPr lang="nl-NL" sz="2500" b="0" strike="noStrike" spc="-1">
              <a:solidFill>
                <a:schemeClr val="dk1"/>
              </a:solidFill>
              <a:latin typeface="Arial"/>
            </a:endParaRPr>
          </a:p>
        </p:txBody>
      </p:sp>
      <p:sp>
        <p:nvSpPr>
          <p:cNvPr id="195" name="PlaceHolder 4"/>
          <p:cNvSpPr>
            <a:spLocks noGrp="1"/>
          </p:cNvSpPr>
          <p:nvPr>
            <p:ph type="body"/>
          </p:nvPr>
        </p:nvSpPr>
        <p:spPr>
          <a:xfrm>
            <a:off x="671040" y="1764000"/>
            <a:ext cx="3118680" cy="4137480"/>
          </a:xfrm>
          <a:prstGeom prst="rect">
            <a:avLst/>
          </a:prstGeom>
          <a:noFill/>
          <a:ln w="0">
            <a:noFill/>
          </a:ln>
        </p:spPr>
        <p:txBody>
          <a:bodyPr lIns="0" tIns="0" rIns="0" bIns="0" anchor="t">
            <a:noAutofit/>
          </a:bodyPr>
          <a:lstStyle/>
          <a:p>
            <a:pPr marL="288000" indent="-288000" defTabSz="914400">
              <a:lnSpc>
                <a:spcPct val="100000"/>
              </a:lnSpc>
              <a:spcBef>
                <a:spcPts val="1001"/>
              </a:spcBef>
              <a:buClr>
                <a:srgbClr val="FFFFFF"/>
              </a:buClr>
              <a:buFont typeface="Arial"/>
              <a:buChar char="-"/>
            </a:pPr>
            <a:r>
              <a:rPr lang="nl-NL" sz="2000" b="0" strike="noStrike" spc="-1">
                <a:solidFill>
                  <a:schemeClr val="lt1"/>
                </a:solidFill>
                <a:latin typeface="Arial"/>
              </a:rPr>
              <a:t>Klikken om de tekststijl van het model te bewerken</a:t>
            </a:r>
            <a:endParaRPr lang="nl-NL" sz="2000" b="0" strike="noStrike" spc="-1">
              <a:solidFill>
                <a:schemeClr val="dk1"/>
              </a:solidFill>
              <a:latin typeface="Arial"/>
            </a:endParaRPr>
          </a:p>
          <a:p>
            <a:pPr marL="576000" lvl="1"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Tweede niveau</a:t>
            </a:r>
            <a:endParaRPr lang="nl-NL" sz="2000" b="0" strike="noStrike" spc="-1">
              <a:solidFill>
                <a:schemeClr val="dk1"/>
              </a:solidFill>
              <a:latin typeface="Arial"/>
            </a:endParaRPr>
          </a:p>
          <a:p>
            <a:pPr marL="864000" lvl="2"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Derde niveau</a:t>
            </a:r>
            <a:endParaRPr lang="nl-NL" sz="2000" b="0" strike="noStrike" spc="-1">
              <a:solidFill>
                <a:schemeClr val="dk1"/>
              </a:solidFill>
              <a:latin typeface="Arial"/>
            </a:endParaRPr>
          </a:p>
          <a:p>
            <a:pPr marL="1152000" lvl="3"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Vierde niveau</a:t>
            </a:r>
            <a:endParaRPr lang="nl-NL" sz="2000" b="0" strike="noStrike" spc="-1">
              <a:solidFill>
                <a:schemeClr val="dk1"/>
              </a:solidFill>
              <a:latin typeface="Arial"/>
            </a:endParaRPr>
          </a:p>
          <a:p>
            <a:pPr marL="1440000" lvl="4" indent="-288000" defTabSz="914400">
              <a:lnSpc>
                <a:spcPct val="100000"/>
              </a:lnSpc>
              <a:spcBef>
                <a:spcPts val="499"/>
              </a:spcBef>
              <a:buClr>
                <a:srgbClr val="FFFFFF"/>
              </a:buClr>
              <a:buFont typeface="Arial"/>
              <a:buChar char="-"/>
            </a:pPr>
            <a:r>
              <a:rPr lang="nl-NL" sz="2000" b="0" strike="noStrike" spc="-1">
                <a:solidFill>
                  <a:schemeClr val="lt1"/>
                </a:solidFill>
                <a:latin typeface="Arial"/>
              </a:rPr>
              <a:t>Vijfde niveau</a:t>
            </a:r>
            <a:endParaRPr lang="nl-NL" sz="2000" b="0" strike="noStrike" spc="-1">
              <a:solidFill>
                <a:schemeClr val="dk1"/>
              </a:solidFill>
              <a:latin typeface="Arial"/>
            </a:endParaRPr>
          </a:p>
        </p:txBody>
      </p:sp>
      <p:pic>
        <p:nvPicPr>
          <p:cNvPr id="196" name="Afbeelding 21"/>
          <p:cNvPicPr/>
          <p:nvPr/>
        </p:nvPicPr>
        <p:blipFill>
          <a:blip r:embed="rId8"/>
          <a:stretch/>
        </p:blipFill>
        <p:spPr>
          <a:xfrm>
            <a:off x="303840" y="6201360"/>
            <a:ext cx="1148760" cy="443160"/>
          </a:xfrm>
          <a:prstGeom prst="rect">
            <a:avLst/>
          </a:prstGeom>
          <a:noFill/>
          <a:ln w="0">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Grote foto">
    <p:bg>
      <p:bgPr>
        <a:solidFill>
          <a:srgbClr val="FFFFFF"/>
        </a:solidFill>
        <a:effectLst/>
      </p:bgPr>
    </p:bg>
    <p:spTree>
      <p:nvGrpSpPr>
        <p:cNvPr id="1" name=""/>
        <p:cNvGrpSpPr/>
        <p:nvPr/>
      </p:nvGrpSpPr>
      <p:grpSpPr>
        <a:xfrm>
          <a:off x="0" y="0"/>
          <a:ext cx="0" cy="0"/>
          <a:chOff x="0" y="0"/>
          <a:chExt cx="0" cy="0"/>
        </a:xfrm>
      </p:grpSpPr>
      <p:pic>
        <p:nvPicPr>
          <p:cNvPr id="197" name="Afbeelding 3"/>
          <p:cNvPicPr/>
          <p:nvPr/>
        </p:nvPicPr>
        <p:blipFill>
          <a:blip r:embed="rId2"/>
          <a:stretch/>
        </p:blipFill>
        <p:spPr>
          <a:xfrm>
            <a:off x="0" y="0"/>
            <a:ext cx="12189600" cy="570600"/>
          </a:xfrm>
          <a:prstGeom prst="rect">
            <a:avLst/>
          </a:prstGeom>
          <a:noFill/>
          <a:ln w="0">
            <a:noFill/>
          </a:ln>
        </p:spPr>
      </p:pic>
      <p:sp>
        <p:nvSpPr>
          <p:cNvPr id="198"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199" name="Afbeelding 13"/>
          <p:cNvPicPr/>
          <p:nvPr/>
        </p:nvPicPr>
        <p:blipFill>
          <a:blip r:embed="rId3"/>
          <a:stretch/>
        </p:blipFill>
        <p:spPr>
          <a:xfrm>
            <a:off x="-2115360" y="1359720"/>
            <a:ext cx="426240" cy="654840"/>
          </a:xfrm>
          <a:prstGeom prst="rect">
            <a:avLst/>
          </a:prstGeom>
          <a:noFill/>
          <a:ln w="0">
            <a:noFill/>
          </a:ln>
        </p:spPr>
      </p:pic>
      <p:pic>
        <p:nvPicPr>
          <p:cNvPr id="200" name="Afbeelding 15"/>
          <p:cNvPicPr/>
          <p:nvPr/>
        </p:nvPicPr>
        <p:blipFill>
          <a:blip r:embed="rId4"/>
          <a:stretch/>
        </p:blipFill>
        <p:spPr>
          <a:xfrm>
            <a:off x="-2115360" y="6262920"/>
            <a:ext cx="1454760" cy="521280"/>
          </a:xfrm>
          <a:prstGeom prst="rect">
            <a:avLst/>
          </a:prstGeom>
          <a:noFill/>
          <a:ln w="0">
            <a:noFill/>
          </a:ln>
        </p:spPr>
      </p:pic>
      <p:cxnSp>
        <p:nvCxnSpPr>
          <p:cNvPr id="201"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202"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03"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204"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205"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06"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207"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08"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209"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10" name="Afbeelding 19"/>
          <p:cNvPicPr/>
          <p:nvPr/>
        </p:nvPicPr>
        <p:blipFill>
          <a:blip r:embed="rId6"/>
          <a:stretch/>
        </p:blipFill>
        <p:spPr>
          <a:xfrm>
            <a:off x="303480" y="6201360"/>
            <a:ext cx="1149480" cy="443160"/>
          </a:xfrm>
          <a:prstGeom prst="rect">
            <a:avLst/>
          </a:prstGeom>
          <a:noFill/>
          <a:ln w="0">
            <a:noFill/>
          </a:ln>
        </p:spPr>
      </p:pic>
      <p:sp>
        <p:nvSpPr>
          <p:cNvPr id="211" name="PlaceHolder 1"/>
          <p:cNvSpPr>
            <a:spLocks noGrp="1"/>
          </p:cNvSpPr>
          <p:nvPr>
            <p:ph type="body"/>
          </p:nvPr>
        </p:nvSpPr>
        <p:spPr>
          <a:xfrm>
            <a:off x="0" y="0"/>
            <a:ext cx="12189600" cy="6855480"/>
          </a:xfrm>
          <a:prstGeom prst="rect">
            <a:avLst/>
          </a:prstGeom>
          <a:solidFill>
            <a:schemeClr val="lt1">
              <a:lumMod val="95000"/>
            </a:schemeClr>
          </a:solidFill>
          <a:ln w="0">
            <a:noFill/>
          </a:ln>
        </p:spPr>
        <p:txBody>
          <a:bodyPr lIns="90000" tIns="45000" rIns="90000" bIns="45000" anchor="t">
            <a:noAutofit/>
          </a:bodyPr>
          <a:lstStyle/>
          <a:p>
            <a:pPr marL="228600" indent="0" algn="ctr" defTabSz="914400">
              <a:lnSpc>
                <a:spcPct val="100000"/>
              </a:lnSpc>
              <a:spcBef>
                <a:spcPts val="1001"/>
              </a:spcBef>
              <a:buNone/>
              <a:tabLst>
                <a:tab pos="0" algn="l"/>
              </a:tabLst>
            </a:pPr>
            <a:r>
              <a:rPr lang="nl-NL" sz="1800" b="0" strike="noStrike" spc="-1">
                <a:solidFill>
                  <a:schemeClr val="dk1"/>
                </a:solidFill>
                <a:latin typeface="Arial"/>
              </a:rPr>
              <a:t>Klik op het </a:t>
            </a:r>
            <a:br>
              <a:rPr sz="1800"/>
            </a:br>
            <a:r>
              <a:rPr lang="nl-NL" sz="1800" b="0" strike="noStrike" spc="-1">
                <a:solidFill>
                  <a:schemeClr val="dk1"/>
                </a:solidFill>
                <a:latin typeface="Arial"/>
              </a:rPr>
              <a:t>afbeeldingspictogram en </a:t>
            </a:r>
            <a:br>
              <a:rPr sz="1800"/>
            </a:br>
            <a:r>
              <a:rPr lang="nl-NL" sz="1800" b="0" strike="noStrike" spc="-1">
                <a:solidFill>
                  <a:schemeClr val="dk1"/>
                </a:solidFill>
                <a:latin typeface="Arial"/>
              </a:rPr>
              <a:t>voeg je eigen foto in.</a:t>
            </a:r>
          </a:p>
          <a:p>
            <a:pPr marL="228600" indent="0" algn="ctr" defTabSz="914400">
              <a:lnSpc>
                <a:spcPct val="100000"/>
              </a:lnSpc>
              <a:spcBef>
                <a:spcPts val="1001"/>
              </a:spcBef>
              <a:buNone/>
              <a:tabLst>
                <a:tab pos="0" algn="l"/>
              </a:tabLst>
            </a:pPr>
            <a:endParaRPr lang="nl-NL" sz="1800" b="0" strike="noStrike" spc="-1">
              <a:solidFill>
                <a:schemeClr val="dk1"/>
              </a:solidFill>
              <a:latin typeface="Arial"/>
            </a:endParaRPr>
          </a:p>
        </p:txBody>
      </p:sp>
      <p:sp>
        <p:nvSpPr>
          <p:cNvPr id="212" name="PlaceHolder 2"/>
          <p:cNvSpPr>
            <a:spLocks noGrp="1"/>
          </p:cNvSpPr>
          <p:nvPr>
            <p:ph type="sldNum" idx="10"/>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3C70F5B5-61FF-4664-A0CB-5BDC5CB171A8}"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213" name="PlaceHolder 3"/>
          <p:cNvSpPr>
            <a:spLocks noGrp="1"/>
          </p:cNvSpPr>
          <p:nvPr>
            <p:ph type="body"/>
          </p:nvPr>
        </p:nvSpPr>
        <p:spPr>
          <a:xfrm>
            <a:off x="302400" y="6202800"/>
            <a:ext cx="1149480" cy="443880"/>
          </a:xfrm>
          <a:prstGeom prst="rect">
            <a:avLst/>
          </a:prstGeom>
          <a:blipFill rotWithShape="0">
            <a:blip r:embed="rId7"/>
            <a:stretch/>
          </a:blipFill>
          <a:ln w="0">
            <a:noFill/>
          </a:ln>
        </p:spPr>
        <p:txBody>
          <a:bodyPr lIns="90000" tIns="45000" rIns="90000" bIns="45000" anchor="t">
            <a:noAutofit/>
          </a:bodyPr>
          <a:lstStyle/>
          <a:p>
            <a:pPr marL="228600" indent="0" defTabSz="914400">
              <a:lnSpc>
                <a:spcPct val="100000"/>
              </a:lnSpc>
              <a:spcBef>
                <a:spcPts val="1001"/>
              </a:spcBef>
              <a:buNone/>
              <a:tabLst>
                <a:tab pos="0" algn="l"/>
              </a:tabLst>
            </a:pPr>
            <a:r>
              <a:rPr lang="nl-NL" sz="1800" b="0" strike="noStrike" spc="-1">
                <a:solidFill>
                  <a:schemeClr val="dk1"/>
                </a:solidFill>
                <a:latin typeface="Arial"/>
              </a:rPr>
              <a:t> </a:t>
            </a:r>
          </a:p>
        </p:txBody>
      </p:sp>
      <p:sp>
        <p:nvSpPr>
          <p:cNvPr id="214" name="Tekstvak 10"/>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Grote foto</a:t>
            </a:r>
            <a:endParaRPr lang="nl-NL" sz="1000" b="0" strike="noStrike" spc="-1">
              <a:solidFill>
                <a:srgbClr val="000000"/>
              </a:solidFill>
              <a:latin typeface="Calibri"/>
            </a:endParaRPr>
          </a:p>
        </p:txBody>
      </p:sp>
      <p:pic>
        <p:nvPicPr>
          <p:cNvPr id="215" name="Afbeelding 11"/>
          <p:cNvPicPr/>
          <p:nvPr/>
        </p:nvPicPr>
        <p:blipFill>
          <a:blip r:embed="rId8"/>
          <a:stretch/>
        </p:blipFill>
        <p:spPr>
          <a:xfrm>
            <a:off x="12655800" y="3048120"/>
            <a:ext cx="531000" cy="654840"/>
          </a:xfrm>
          <a:prstGeom prst="rect">
            <a:avLst/>
          </a:prstGeom>
          <a:noFill/>
          <a:ln w="0">
            <a:noFill/>
          </a:ln>
        </p:spPr>
      </p:pic>
      <p:pic>
        <p:nvPicPr>
          <p:cNvPr id="216" name="Afbeelding 12"/>
          <p:cNvPicPr/>
          <p:nvPr/>
        </p:nvPicPr>
        <p:blipFill>
          <a:blip r:embed="rId8"/>
          <a:stretch/>
        </p:blipFill>
        <p:spPr>
          <a:xfrm>
            <a:off x="12655800" y="3048120"/>
            <a:ext cx="531000" cy="654840"/>
          </a:xfrm>
          <a:prstGeom prst="rect">
            <a:avLst/>
          </a:prstGeom>
          <a:noFill/>
          <a:ln w="0">
            <a:noFill/>
          </a:ln>
        </p:spPr>
      </p:pic>
      <p:pic>
        <p:nvPicPr>
          <p:cNvPr id="217" name="Afbeelding 13"/>
          <p:cNvPicPr/>
          <p:nvPr/>
        </p:nvPicPr>
        <p:blipFill>
          <a:blip r:embed="rId8"/>
          <a:stretch/>
        </p:blipFill>
        <p:spPr>
          <a:xfrm>
            <a:off x="12655800" y="3048120"/>
            <a:ext cx="531000" cy="654840"/>
          </a:xfrm>
          <a:prstGeom prst="rect">
            <a:avLst/>
          </a:prstGeom>
          <a:noFill/>
          <a:ln w="0">
            <a:noFill/>
          </a:ln>
        </p:spPr>
      </p:pic>
      <p:sp>
        <p:nvSpPr>
          <p:cNvPr id="218" name="Tekstvak 9"/>
          <p:cNvSpPr/>
          <p:nvPr/>
        </p:nvSpPr>
        <p:spPr>
          <a:xfrm>
            <a:off x="12478680" y="-36000"/>
            <a:ext cx="2085480" cy="488592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strike="noStrike" cap="all" spc="-1">
                <a:solidFill>
                  <a:schemeClr val="dk2"/>
                </a:solidFill>
                <a:latin typeface="Arial"/>
              </a:rPr>
              <a:t>FOTO INVOEGEN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Klik op het afbeeldings-pictogram in het midden van het fotovak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VERVANGEN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Verwijder de foto door op </a:t>
            </a:r>
            <a:r>
              <a:rPr lang="nl-NL" sz="900" b="0" strike="noStrike" spc="-1">
                <a:solidFill>
                  <a:srgbClr val="515F67"/>
                </a:solidFill>
                <a:latin typeface="Arial Black"/>
              </a:rPr>
              <a:t>Delete</a:t>
            </a:r>
            <a:r>
              <a:rPr lang="nl-NL" sz="900" b="1" strike="noStrike" spc="-1">
                <a:solidFill>
                  <a:srgbClr val="515F67"/>
                </a:solidFill>
                <a:latin typeface="Arial"/>
              </a:rPr>
              <a:t> </a:t>
            </a:r>
            <a:r>
              <a:rPr lang="nl-NL" sz="900" b="0" strike="noStrike" spc="-1">
                <a:solidFill>
                  <a:srgbClr val="515F67"/>
                </a:solidFill>
                <a:latin typeface="Arial"/>
              </a:rPr>
              <a:t>te drukken.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afbeeldings-pictogram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BIJSNIJDEN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br>
              <a:rPr sz="900"/>
            </a:br>
            <a:r>
              <a:rPr lang="nl-NL" sz="900" b="0" strike="noStrike" spc="-1">
                <a:solidFill>
                  <a:srgbClr val="515F67"/>
                </a:solidFill>
                <a:latin typeface="Arial"/>
              </a:rPr>
              <a:t>De tab ‘Afbeeldingsopmaak’ verschijnt.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Bijsnijden</a:t>
            </a:r>
            <a:r>
              <a:rPr lang="nl-NL" sz="900" b="0" strike="noStrike" spc="-1">
                <a:solidFill>
                  <a:srgbClr val="515F67"/>
                </a:solidFill>
                <a:latin typeface="Arial"/>
              </a:rPr>
              <a:t>.</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optie </a:t>
            </a:r>
            <a:r>
              <a:rPr lang="nl-NL" sz="900" b="0" strike="noStrike" spc="-1">
                <a:solidFill>
                  <a:srgbClr val="515F67"/>
                </a:solidFill>
                <a:latin typeface="Arial Black"/>
              </a:rPr>
              <a:t>Opvullen</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Houd eventueel de </a:t>
            </a:r>
            <a:r>
              <a:rPr lang="nl-NL" sz="900" b="0" strike="noStrike" spc="-1">
                <a:solidFill>
                  <a:srgbClr val="515F67"/>
                </a:solidFill>
                <a:latin typeface="Arial Black"/>
              </a:rPr>
              <a:t>Shift-toets</a:t>
            </a:r>
            <a:r>
              <a:rPr lang="nl-NL" sz="900" b="0" strike="noStrike" spc="-1">
                <a:solidFill>
                  <a:srgbClr val="515F67"/>
                </a:solidFill>
                <a:latin typeface="Arial"/>
              </a:rPr>
              <a:t> ingedrukt en sleep de foto zodat het juiste deel van de foto wordt getoond. </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naast de dia.</a:t>
            </a:r>
            <a:endParaRPr lang="nl-NL" sz="9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Inhoud van twee">
    <p:bg>
      <p:bgPr>
        <a:solidFill>
          <a:srgbClr val="FFFFFF"/>
        </a:solidFill>
        <a:effectLst/>
      </p:bgPr>
    </p:bg>
    <p:spTree>
      <p:nvGrpSpPr>
        <p:cNvPr id="1" name=""/>
        <p:cNvGrpSpPr/>
        <p:nvPr/>
      </p:nvGrpSpPr>
      <p:grpSpPr>
        <a:xfrm>
          <a:off x="0" y="0"/>
          <a:ext cx="0" cy="0"/>
          <a:chOff x="0" y="0"/>
          <a:chExt cx="0" cy="0"/>
        </a:xfrm>
      </p:grpSpPr>
      <p:pic>
        <p:nvPicPr>
          <p:cNvPr id="219" name="Afbeelding 3"/>
          <p:cNvPicPr/>
          <p:nvPr/>
        </p:nvPicPr>
        <p:blipFill>
          <a:blip r:embed="rId2"/>
          <a:stretch/>
        </p:blipFill>
        <p:spPr>
          <a:xfrm>
            <a:off x="0" y="0"/>
            <a:ext cx="12189600" cy="570600"/>
          </a:xfrm>
          <a:prstGeom prst="rect">
            <a:avLst/>
          </a:prstGeom>
          <a:noFill/>
          <a:ln w="0">
            <a:noFill/>
          </a:ln>
        </p:spPr>
      </p:pic>
      <p:sp>
        <p:nvSpPr>
          <p:cNvPr id="220"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221" name="Afbeelding 13"/>
          <p:cNvPicPr/>
          <p:nvPr/>
        </p:nvPicPr>
        <p:blipFill>
          <a:blip r:embed="rId3"/>
          <a:stretch/>
        </p:blipFill>
        <p:spPr>
          <a:xfrm>
            <a:off x="-2115360" y="1359720"/>
            <a:ext cx="426240" cy="654840"/>
          </a:xfrm>
          <a:prstGeom prst="rect">
            <a:avLst/>
          </a:prstGeom>
          <a:noFill/>
          <a:ln w="0">
            <a:noFill/>
          </a:ln>
        </p:spPr>
      </p:pic>
      <p:pic>
        <p:nvPicPr>
          <p:cNvPr id="222" name="Afbeelding 15"/>
          <p:cNvPicPr/>
          <p:nvPr/>
        </p:nvPicPr>
        <p:blipFill>
          <a:blip r:embed="rId4"/>
          <a:stretch/>
        </p:blipFill>
        <p:spPr>
          <a:xfrm>
            <a:off x="-2115360" y="6262920"/>
            <a:ext cx="1454760" cy="521280"/>
          </a:xfrm>
          <a:prstGeom prst="rect">
            <a:avLst/>
          </a:prstGeom>
          <a:noFill/>
          <a:ln w="0">
            <a:noFill/>
          </a:ln>
        </p:spPr>
      </p:pic>
      <p:cxnSp>
        <p:nvCxnSpPr>
          <p:cNvPr id="223"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224"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25"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226"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227"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28"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229"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30"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231"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32" name="Afbeelding 19"/>
          <p:cNvPicPr/>
          <p:nvPr/>
        </p:nvPicPr>
        <p:blipFill>
          <a:blip r:embed="rId6"/>
          <a:stretch/>
        </p:blipFill>
        <p:spPr>
          <a:xfrm>
            <a:off x="303480" y="6201360"/>
            <a:ext cx="1149480" cy="443160"/>
          </a:xfrm>
          <a:prstGeom prst="rect">
            <a:avLst/>
          </a:prstGeom>
          <a:noFill/>
          <a:ln w="0">
            <a:noFill/>
          </a:ln>
        </p:spPr>
      </p:pic>
      <p:sp>
        <p:nvSpPr>
          <p:cNvPr id="233" name="PlaceHolder 1"/>
          <p:cNvSpPr>
            <a:spLocks noGrp="1"/>
          </p:cNvSpPr>
          <p:nvPr>
            <p:ph type="body"/>
          </p:nvPr>
        </p:nvSpPr>
        <p:spPr>
          <a:xfrm>
            <a:off x="671040" y="1736640"/>
            <a:ext cx="4989600" cy="4174200"/>
          </a:xfrm>
          <a:prstGeom prst="rect">
            <a:avLst/>
          </a:prstGeom>
          <a:noFill/>
          <a:ln w="0">
            <a:noFill/>
          </a:ln>
        </p:spPr>
        <p:txBody>
          <a:bodyPr lIns="0" tIns="0" rIns="0" bIns="0" anchor="t">
            <a:normAutofit/>
          </a:bodyPr>
          <a:lstStyle/>
          <a:p>
            <a:pPr marL="288000" indent="-288000" defTabSz="914400">
              <a:lnSpc>
                <a:spcPct val="100000"/>
              </a:lnSpc>
              <a:spcBef>
                <a:spcPts val="1001"/>
              </a:spcBef>
              <a:buClr>
                <a:srgbClr val="000000"/>
              </a:buClr>
              <a:buFont typeface="Arial"/>
              <a:buChar char="-"/>
            </a:pPr>
            <a:r>
              <a:rPr lang="nl-NL" sz="2300" b="0" strike="noStrike" spc="-1">
                <a:solidFill>
                  <a:schemeClr val="dk1"/>
                </a:solidFill>
                <a:latin typeface="Arial"/>
              </a:rPr>
              <a:t>Klikken om de tekststijl van het model te bewerken</a:t>
            </a:r>
          </a:p>
          <a:p>
            <a:pPr marL="576000" lvl="1"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Tweede niveau</a:t>
            </a:r>
          </a:p>
          <a:p>
            <a:pPr marL="864000" lvl="2"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Derde niveau</a:t>
            </a:r>
          </a:p>
          <a:p>
            <a:pPr marL="1152000" lvl="3"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Vierde niveau</a:t>
            </a:r>
          </a:p>
          <a:p>
            <a:pPr marL="1440000" lvl="4"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Vijfde niveau</a:t>
            </a:r>
          </a:p>
        </p:txBody>
      </p:sp>
      <p:sp>
        <p:nvSpPr>
          <p:cNvPr id="234" name="PlaceHolder 2"/>
          <p:cNvSpPr>
            <a:spLocks noGrp="1"/>
          </p:cNvSpPr>
          <p:nvPr>
            <p:ph type="body"/>
          </p:nvPr>
        </p:nvSpPr>
        <p:spPr>
          <a:xfrm>
            <a:off x="6095880" y="1736640"/>
            <a:ext cx="4990680" cy="4174200"/>
          </a:xfrm>
          <a:prstGeom prst="rect">
            <a:avLst/>
          </a:prstGeom>
          <a:noFill/>
          <a:ln w="0">
            <a:noFill/>
          </a:ln>
        </p:spPr>
        <p:txBody>
          <a:bodyPr lIns="0" tIns="0" rIns="0" bIns="0" anchor="t">
            <a:normAutofit/>
          </a:bodyPr>
          <a:lstStyle/>
          <a:p>
            <a:pPr marL="288000" indent="-288000" defTabSz="914400">
              <a:lnSpc>
                <a:spcPct val="100000"/>
              </a:lnSpc>
              <a:spcBef>
                <a:spcPts val="1001"/>
              </a:spcBef>
              <a:buClr>
                <a:srgbClr val="000000"/>
              </a:buClr>
              <a:buFont typeface="Arial"/>
              <a:buChar char="-"/>
            </a:pPr>
            <a:r>
              <a:rPr lang="nl-NL" sz="2300" b="0" strike="noStrike" spc="-1">
                <a:solidFill>
                  <a:schemeClr val="dk1"/>
                </a:solidFill>
                <a:latin typeface="Arial"/>
              </a:rPr>
              <a:t>Klikken om de tekststijl van het model te bewerken</a:t>
            </a:r>
          </a:p>
          <a:p>
            <a:pPr marL="576000" lvl="1"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Tweede niveau</a:t>
            </a:r>
          </a:p>
          <a:p>
            <a:pPr marL="864000" lvl="2"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Derde niveau</a:t>
            </a:r>
          </a:p>
          <a:p>
            <a:pPr marL="1152000" lvl="3"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Vierde niveau</a:t>
            </a:r>
          </a:p>
          <a:p>
            <a:pPr marL="1440000" lvl="4"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Vijfde niveau</a:t>
            </a:r>
          </a:p>
        </p:txBody>
      </p:sp>
      <p:sp>
        <p:nvSpPr>
          <p:cNvPr id="235" name="PlaceHolder 3"/>
          <p:cNvSpPr>
            <a:spLocks noGrp="1"/>
          </p:cNvSpPr>
          <p:nvPr>
            <p:ph type="title"/>
          </p:nvPr>
        </p:nvSpPr>
        <p:spPr>
          <a:xfrm>
            <a:off x="671040" y="1026000"/>
            <a:ext cx="1041444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accent1"/>
                </a:solidFill>
                <a:latin typeface="Arial"/>
              </a:rPr>
              <a:t>Klik om stijl te bewerken</a:t>
            </a:r>
            <a:endParaRPr lang="nl-NL" sz="2500" b="0" strike="noStrike" spc="-1">
              <a:solidFill>
                <a:schemeClr val="dk1"/>
              </a:solidFill>
              <a:latin typeface="Arial"/>
            </a:endParaRPr>
          </a:p>
        </p:txBody>
      </p:sp>
      <p:sp>
        <p:nvSpPr>
          <p:cNvPr id="236" name="PlaceHolder 4"/>
          <p:cNvSpPr>
            <a:spLocks noGrp="1"/>
          </p:cNvSpPr>
          <p:nvPr>
            <p:ph type="sldNum" idx="11"/>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90DFF486-3772-4A07-A7BA-83CE12F07871}"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237" name="Tekstvak 7"/>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Inhoud van twee</a:t>
            </a:r>
            <a:endParaRPr lang="nl-NL" sz="10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Alleen titel">
    <p:bg>
      <p:bgPr>
        <a:solidFill>
          <a:srgbClr val="FFFFFF"/>
        </a:solidFill>
        <a:effectLst/>
      </p:bgPr>
    </p:bg>
    <p:spTree>
      <p:nvGrpSpPr>
        <p:cNvPr id="1" name=""/>
        <p:cNvGrpSpPr/>
        <p:nvPr/>
      </p:nvGrpSpPr>
      <p:grpSpPr>
        <a:xfrm>
          <a:off x="0" y="0"/>
          <a:ext cx="0" cy="0"/>
          <a:chOff x="0" y="0"/>
          <a:chExt cx="0" cy="0"/>
        </a:xfrm>
      </p:grpSpPr>
      <p:pic>
        <p:nvPicPr>
          <p:cNvPr id="238" name="Afbeelding 3"/>
          <p:cNvPicPr/>
          <p:nvPr/>
        </p:nvPicPr>
        <p:blipFill>
          <a:blip r:embed="rId2"/>
          <a:stretch/>
        </p:blipFill>
        <p:spPr>
          <a:xfrm>
            <a:off x="0" y="0"/>
            <a:ext cx="12189600" cy="570600"/>
          </a:xfrm>
          <a:prstGeom prst="rect">
            <a:avLst/>
          </a:prstGeom>
          <a:noFill/>
          <a:ln w="0">
            <a:noFill/>
          </a:ln>
        </p:spPr>
      </p:pic>
      <p:sp>
        <p:nvSpPr>
          <p:cNvPr id="239"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240" name="Afbeelding 13"/>
          <p:cNvPicPr/>
          <p:nvPr/>
        </p:nvPicPr>
        <p:blipFill>
          <a:blip r:embed="rId3"/>
          <a:stretch/>
        </p:blipFill>
        <p:spPr>
          <a:xfrm>
            <a:off x="-2115360" y="1359720"/>
            <a:ext cx="426240" cy="654840"/>
          </a:xfrm>
          <a:prstGeom prst="rect">
            <a:avLst/>
          </a:prstGeom>
          <a:noFill/>
          <a:ln w="0">
            <a:noFill/>
          </a:ln>
        </p:spPr>
      </p:pic>
      <p:pic>
        <p:nvPicPr>
          <p:cNvPr id="241" name="Afbeelding 15"/>
          <p:cNvPicPr/>
          <p:nvPr/>
        </p:nvPicPr>
        <p:blipFill>
          <a:blip r:embed="rId4"/>
          <a:stretch/>
        </p:blipFill>
        <p:spPr>
          <a:xfrm>
            <a:off x="-2115360" y="6262920"/>
            <a:ext cx="1454760" cy="521280"/>
          </a:xfrm>
          <a:prstGeom prst="rect">
            <a:avLst/>
          </a:prstGeom>
          <a:noFill/>
          <a:ln w="0">
            <a:noFill/>
          </a:ln>
        </p:spPr>
      </p:pic>
      <p:cxnSp>
        <p:nvCxnSpPr>
          <p:cNvPr id="242"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243"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44"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245"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246"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47"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248"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49"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250"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51" name="Afbeelding 19"/>
          <p:cNvPicPr/>
          <p:nvPr/>
        </p:nvPicPr>
        <p:blipFill>
          <a:blip r:embed="rId6"/>
          <a:stretch/>
        </p:blipFill>
        <p:spPr>
          <a:xfrm>
            <a:off x="303480" y="6201360"/>
            <a:ext cx="1149480" cy="443160"/>
          </a:xfrm>
          <a:prstGeom prst="rect">
            <a:avLst/>
          </a:prstGeom>
          <a:noFill/>
          <a:ln w="0">
            <a:noFill/>
          </a:ln>
        </p:spPr>
      </p:pic>
      <p:sp>
        <p:nvSpPr>
          <p:cNvPr id="252" name="PlaceHolder 1"/>
          <p:cNvSpPr>
            <a:spLocks noGrp="1"/>
          </p:cNvSpPr>
          <p:nvPr>
            <p:ph type="title"/>
          </p:nvPr>
        </p:nvSpPr>
        <p:spPr>
          <a:xfrm>
            <a:off x="671040" y="1026000"/>
            <a:ext cx="1041444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accent1"/>
                </a:solidFill>
                <a:latin typeface="Arial"/>
              </a:rPr>
              <a:t>Klik om stijl te bewerken</a:t>
            </a:r>
            <a:endParaRPr lang="nl-NL" sz="2500" b="0" strike="noStrike" spc="-1">
              <a:solidFill>
                <a:schemeClr val="dk1"/>
              </a:solidFill>
              <a:latin typeface="Arial"/>
            </a:endParaRPr>
          </a:p>
        </p:txBody>
      </p:sp>
      <p:sp>
        <p:nvSpPr>
          <p:cNvPr id="253" name="PlaceHolder 2"/>
          <p:cNvSpPr>
            <a:spLocks noGrp="1"/>
          </p:cNvSpPr>
          <p:nvPr>
            <p:ph type="sldNum" idx="12"/>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BD766B66-43CA-4B3D-9847-C3B38B5636D2}"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254" name="Tekstvak 5"/>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Alleen titel</a:t>
            </a:r>
            <a:endParaRPr lang="nl-NL" sz="1000" b="0" strike="noStrike" spc="-1">
              <a:solidFill>
                <a:srgbClr val="000000"/>
              </a:solidFill>
              <a:latin typeface="Calibri"/>
            </a:endParaRPr>
          </a:p>
        </p:txBody>
      </p:sp>
      <p:sp>
        <p:nvSpPr>
          <p:cNvPr id="255" name="PlaceHolder 3"/>
          <p:cNvSpPr>
            <a:spLocks noGrp="1"/>
          </p:cNvSpPr>
          <p:nvPr>
            <p:ph type="body"/>
          </p:nvPr>
        </p:nvSpPr>
        <p:spPr>
          <a:xfrm>
            <a:off x="609480" y="1604520"/>
            <a:ext cx="10970640" cy="3975480"/>
          </a:xfrm>
          <a:prstGeom prst="rect">
            <a:avLst/>
          </a:prstGeom>
          <a:noFill/>
          <a:ln w="0">
            <a:noFill/>
          </a:ln>
        </p:spPr>
        <p:txBody>
          <a:bodyPr lIns="0" tIns="0" rIns="0" bIns="0" anchor="t">
            <a:normAutofit/>
          </a:bodyPr>
          <a:lstStyle/>
          <a:p>
            <a:pPr marL="432000" indent="-324000" defTabSz="914400">
              <a:lnSpc>
                <a:spcPct val="90000"/>
              </a:lnSpc>
              <a:spcBef>
                <a:spcPts val="1417"/>
              </a:spcBef>
              <a:buClr>
                <a:srgbClr val="000000"/>
              </a:buClr>
              <a:buSzPct val="45000"/>
              <a:buFont typeface="Wingdings" charset="2"/>
              <a:buChar char=""/>
            </a:pPr>
            <a:r>
              <a:rPr lang="nl-NL" sz="2800" b="0" strike="noStrike" spc="-1">
                <a:solidFill>
                  <a:schemeClr val="dk1"/>
                </a:solidFill>
                <a:latin typeface="Arial"/>
              </a:rPr>
              <a:t>Klik om de opmaak van de overzichtstekst te bewerken</a:t>
            </a:r>
          </a:p>
          <a:p>
            <a:pPr marL="864000" lvl="1" indent="-324000" defTabSz="914400">
              <a:lnSpc>
                <a:spcPct val="90000"/>
              </a:lnSpc>
              <a:spcBef>
                <a:spcPts val="1134"/>
              </a:spcBef>
              <a:buClr>
                <a:srgbClr val="000000"/>
              </a:buClr>
              <a:buSzPct val="75000"/>
              <a:buFont typeface="Symbol" charset="2"/>
              <a:buChar char=""/>
            </a:pPr>
            <a:r>
              <a:rPr lang="nl-NL" sz="2000" b="0" strike="noStrike" spc="-1">
                <a:solidFill>
                  <a:schemeClr val="dk1"/>
                </a:solidFill>
                <a:latin typeface="Arial"/>
              </a:rPr>
              <a:t>Tweede overzichtsniveau</a:t>
            </a:r>
          </a:p>
          <a:p>
            <a:pPr marL="1296000" lvl="2" indent="-288000" defTabSz="914400">
              <a:lnSpc>
                <a:spcPct val="90000"/>
              </a:lnSpc>
              <a:spcBef>
                <a:spcPts val="850"/>
              </a:spcBef>
              <a:buClr>
                <a:srgbClr val="000000"/>
              </a:buClr>
              <a:buSzPct val="45000"/>
              <a:buFont typeface="Wingdings" charset="2"/>
              <a:buChar char=""/>
            </a:pPr>
            <a:r>
              <a:rPr lang="nl-NL" sz="1800" b="0" strike="noStrike" spc="-1">
                <a:solidFill>
                  <a:schemeClr val="dk1"/>
                </a:solidFill>
                <a:latin typeface="Arial"/>
              </a:rPr>
              <a:t>Derde overzichtsniveau</a:t>
            </a:r>
          </a:p>
          <a:p>
            <a:pPr marL="1728000" lvl="3" indent="-216000" defTabSz="914400">
              <a:lnSpc>
                <a:spcPct val="90000"/>
              </a:lnSpc>
              <a:spcBef>
                <a:spcPts val="567"/>
              </a:spcBef>
              <a:buClr>
                <a:srgbClr val="000000"/>
              </a:buClr>
              <a:buSzPct val="75000"/>
              <a:buFont typeface="Symbol" charset="2"/>
              <a:buChar char=""/>
            </a:pPr>
            <a:r>
              <a:rPr lang="nl-NL" sz="1800" b="0" strike="noStrike" spc="-1">
                <a:solidFill>
                  <a:schemeClr val="dk1"/>
                </a:solidFill>
                <a:latin typeface="Arial"/>
              </a:rPr>
              <a:t>Vierde overzichtsniveau</a:t>
            </a:r>
          </a:p>
          <a:p>
            <a:pPr marL="2160000" lvl="4" indent="-216000" defTabSz="914400">
              <a:lnSpc>
                <a:spcPct val="90000"/>
              </a:lnSpc>
              <a:spcBef>
                <a:spcPts val="283"/>
              </a:spcBef>
              <a:buClr>
                <a:srgbClr val="000000"/>
              </a:buClr>
              <a:buSzPct val="45000"/>
              <a:buFont typeface="Wingdings" charset="2"/>
              <a:buChar char=""/>
            </a:pPr>
            <a:r>
              <a:rPr lang="nl-NL" sz="2000" b="0" strike="noStrike" spc="-1">
                <a:solidFill>
                  <a:schemeClr val="dk1"/>
                </a:solidFill>
                <a:latin typeface="Arial"/>
              </a:rPr>
              <a:t>Vijfde overzichtsniveau</a:t>
            </a:r>
          </a:p>
          <a:p>
            <a:pPr marL="2592000" lvl="5" indent="-216000" defTabSz="914400">
              <a:lnSpc>
                <a:spcPct val="90000"/>
              </a:lnSpc>
              <a:spcBef>
                <a:spcPts val="283"/>
              </a:spcBef>
              <a:buClr>
                <a:srgbClr val="000000"/>
              </a:buClr>
              <a:buSzPct val="45000"/>
              <a:buFont typeface="Wingdings" charset="2"/>
              <a:buChar char=""/>
            </a:pPr>
            <a:r>
              <a:rPr lang="nl-NL" sz="2000" b="0" strike="noStrike" spc="-1">
                <a:solidFill>
                  <a:schemeClr val="dk1"/>
                </a:solidFill>
                <a:latin typeface="Arial"/>
              </a:rPr>
              <a:t>Zesde overzichtsniveau</a:t>
            </a:r>
          </a:p>
          <a:p>
            <a:pPr marL="3024000" lvl="6" indent="-216000" defTabSz="914400">
              <a:lnSpc>
                <a:spcPct val="90000"/>
              </a:lnSpc>
              <a:spcBef>
                <a:spcPts val="283"/>
              </a:spcBef>
              <a:buClr>
                <a:srgbClr val="000000"/>
              </a:buClr>
              <a:buSzPct val="45000"/>
              <a:buFont typeface="Wingdings" charset="2"/>
              <a:buChar char=""/>
            </a:pPr>
            <a:r>
              <a:rPr lang="nl-NL" sz="2000" b="0" strike="noStrike" spc="-1">
                <a:solidFill>
                  <a:schemeClr val="dk1"/>
                </a:solidFill>
                <a:latin typeface="Arial"/>
              </a:rPr>
              <a:t>Zevende overzichtsniveau</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Vergelijking">
    <p:bg>
      <p:bgPr>
        <a:solidFill>
          <a:srgbClr val="FFFFFF"/>
        </a:solidFill>
        <a:effectLst/>
      </p:bgPr>
    </p:bg>
    <p:spTree>
      <p:nvGrpSpPr>
        <p:cNvPr id="1" name=""/>
        <p:cNvGrpSpPr/>
        <p:nvPr/>
      </p:nvGrpSpPr>
      <p:grpSpPr>
        <a:xfrm>
          <a:off x="0" y="0"/>
          <a:ext cx="0" cy="0"/>
          <a:chOff x="0" y="0"/>
          <a:chExt cx="0" cy="0"/>
        </a:xfrm>
      </p:grpSpPr>
      <p:pic>
        <p:nvPicPr>
          <p:cNvPr id="256" name="Afbeelding 3"/>
          <p:cNvPicPr/>
          <p:nvPr/>
        </p:nvPicPr>
        <p:blipFill>
          <a:blip r:embed="rId2"/>
          <a:stretch/>
        </p:blipFill>
        <p:spPr>
          <a:xfrm>
            <a:off x="0" y="0"/>
            <a:ext cx="12189600" cy="570600"/>
          </a:xfrm>
          <a:prstGeom prst="rect">
            <a:avLst/>
          </a:prstGeom>
          <a:noFill/>
          <a:ln w="0">
            <a:noFill/>
          </a:ln>
        </p:spPr>
      </p:pic>
      <p:sp>
        <p:nvSpPr>
          <p:cNvPr id="257"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258" name="Afbeelding 13"/>
          <p:cNvPicPr/>
          <p:nvPr/>
        </p:nvPicPr>
        <p:blipFill>
          <a:blip r:embed="rId3"/>
          <a:stretch/>
        </p:blipFill>
        <p:spPr>
          <a:xfrm>
            <a:off x="-2115360" y="1359720"/>
            <a:ext cx="426240" cy="654840"/>
          </a:xfrm>
          <a:prstGeom prst="rect">
            <a:avLst/>
          </a:prstGeom>
          <a:noFill/>
          <a:ln w="0">
            <a:noFill/>
          </a:ln>
        </p:spPr>
      </p:pic>
      <p:pic>
        <p:nvPicPr>
          <p:cNvPr id="259" name="Afbeelding 15"/>
          <p:cNvPicPr/>
          <p:nvPr/>
        </p:nvPicPr>
        <p:blipFill>
          <a:blip r:embed="rId4"/>
          <a:stretch/>
        </p:blipFill>
        <p:spPr>
          <a:xfrm>
            <a:off x="-2115360" y="6262920"/>
            <a:ext cx="1454760" cy="521280"/>
          </a:xfrm>
          <a:prstGeom prst="rect">
            <a:avLst/>
          </a:prstGeom>
          <a:noFill/>
          <a:ln w="0">
            <a:noFill/>
          </a:ln>
        </p:spPr>
      </p:pic>
      <p:cxnSp>
        <p:nvCxnSpPr>
          <p:cNvPr id="260"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261"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62"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263"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264"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65"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266"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67"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268"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69" name="Afbeelding 19"/>
          <p:cNvPicPr/>
          <p:nvPr/>
        </p:nvPicPr>
        <p:blipFill>
          <a:blip r:embed="rId6"/>
          <a:stretch/>
        </p:blipFill>
        <p:spPr>
          <a:xfrm>
            <a:off x="303480" y="6201360"/>
            <a:ext cx="1149480" cy="443160"/>
          </a:xfrm>
          <a:prstGeom prst="rect">
            <a:avLst/>
          </a:prstGeom>
          <a:noFill/>
          <a:ln w="0">
            <a:noFill/>
          </a:ln>
        </p:spPr>
      </p:pic>
      <p:sp>
        <p:nvSpPr>
          <p:cNvPr id="270" name="PlaceHolder 1"/>
          <p:cNvSpPr>
            <a:spLocks noGrp="1"/>
          </p:cNvSpPr>
          <p:nvPr>
            <p:ph type="title"/>
          </p:nvPr>
        </p:nvSpPr>
        <p:spPr>
          <a:xfrm>
            <a:off x="672120" y="1026000"/>
            <a:ext cx="1041336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accent1"/>
                </a:solidFill>
                <a:latin typeface="Arial"/>
              </a:rPr>
              <a:t>Klik om stijl te bewerken</a:t>
            </a:r>
            <a:endParaRPr lang="nl-NL" sz="2500" b="0" strike="noStrike" spc="-1">
              <a:solidFill>
                <a:schemeClr val="dk1"/>
              </a:solidFill>
              <a:latin typeface="Arial"/>
            </a:endParaRPr>
          </a:p>
        </p:txBody>
      </p:sp>
      <p:sp>
        <p:nvSpPr>
          <p:cNvPr id="271" name="PlaceHolder 2"/>
          <p:cNvSpPr>
            <a:spLocks noGrp="1"/>
          </p:cNvSpPr>
          <p:nvPr>
            <p:ph type="body"/>
          </p:nvPr>
        </p:nvSpPr>
        <p:spPr>
          <a:xfrm>
            <a:off x="672120" y="1736640"/>
            <a:ext cx="4989600" cy="435600"/>
          </a:xfrm>
          <a:prstGeom prst="rect">
            <a:avLst/>
          </a:prstGeom>
          <a:noFill/>
          <a:ln w="0">
            <a:noFill/>
          </a:ln>
        </p:spPr>
        <p:txBody>
          <a:bodyPr lIns="0" tIns="0" rIns="0" bIns="0" anchor="b">
            <a:normAutofit/>
          </a:bodyPr>
          <a:lstStyle/>
          <a:p>
            <a:pPr marL="228600" indent="0" defTabSz="914400">
              <a:lnSpc>
                <a:spcPct val="100000"/>
              </a:lnSpc>
              <a:spcBef>
                <a:spcPts val="1001"/>
              </a:spcBef>
              <a:buNone/>
              <a:tabLst>
                <a:tab pos="0" algn="l"/>
              </a:tabLst>
            </a:pPr>
            <a:r>
              <a:rPr lang="nl-NL" sz="2300" b="1" strike="noStrike" spc="-1">
                <a:solidFill>
                  <a:schemeClr val="dk1"/>
                </a:solidFill>
                <a:latin typeface="Arial"/>
              </a:rPr>
              <a:t>Klik voor subkop</a:t>
            </a:r>
            <a:endParaRPr lang="nl-NL" sz="2300" b="0" strike="noStrike" spc="-1">
              <a:solidFill>
                <a:schemeClr val="dk1"/>
              </a:solidFill>
              <a:latin typeface="Arial"/>
            </a:endParaRPr>
          </a:p>
        </p:txBody>
      </p:sp>
      <p:sp>
        <p:nvSpPr>
          <p:cNvPr id="272" name="PlaceHolder 3"/>
          <p:cNvSpPr>
            <a:spLocks noGrp="1"/>
          </p:cNvSpPr>
          <p:nvPr>
            <p:ph type="body"/>
          </p:nvPr>
        </p:nvSpPr>
        <p:spPr>
          <a:xfrm>
            <a:off x="672120" y="2174760"/>
            <a:ext cx="4989600" cy="3736080"/>
          </a:xfrm>
          <a:prstGeom prst="rect">
            <a:avLst/>
          </a:prstGeom>
          <a:noFill/>
          <a:ln w="0">
            <a:noFill/>
          </a:ln>
        </p:spPr>
        <p:txBody>
          <a:bodyPr lIns="0" tIns="0" rIns="0" bIns="0" anchor="t">
            <a:normAutofit/>
          </a:bodyPr>
          <a:lstStyle/>
          <a:p>
            <a:pPr marL="288000" indent="-288000" defTabSz="914400">
              <a:lnSpc>
                <a:spcPct val="100000"/>
              </a:lnSpc>
              <a:spcBef>
                <a:spcPts val="1001"/>
              </a:spcBef>
              <a:buClr>
                <a:srgbClr val="000000"/>
              </a:buClr>
              <a:buFont typeface="Arial"/>
              <a:buChar char="-"/>
            </a:pPr>
            <a:r>
              <a:rPr lang="nl-NL" sz="2300" b="0" strike="noStrike" spc="-1">
                <a:solidFill>
                  <a:schemeClr val="dk1"/>
                </a:solidFill>
                <a:latin typeface="Arial"/>
              </a:rPr>
              <a:t>Klikken om de tekststijl van het model te bewerken</a:t>
            </a:r>
          </a:p>
          <a:p>
            <a:pPr marL="576000" lvl="1"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Tweede niveau</a:t>
            </a:r>
          </a:p>
          <a:p>
            <a:pPr marL="864000" lvl="2"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Derde niveau</a:t>
            </a:r>
          </a:p>
          <a:p>
            <a:pPr marL="1152000" lvl="3"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Vierde niveau</a:t>
            </a:r>
          </a:p>
          <a:p>
            <a:pPr marL="1440000" lvl="4"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Vijfde niveau</a:t>
            </a:r>
          </a:p>
        </p:txBody>
      </p:sp>
      <p:sp>
        <p:nvSpPr>
          <p:cNvPr id="273" name="PlaceHolder 4"/>
          <p:cNvSpPr>
            <a:spLocks noGrp="1"/>
          </p:cNvSpPr>
          <p:nvPr>
            <p:ph type="body"/>
          </p:nvPr>
        </p:nvSpPr>
        <p:spPr>
          <a:xfrm>
            <a:off x="6095880" y="1736640"/>
            <a:ext cx="4990680" cy="435600"/>
          </a:xfrm>
          <a:prstGeom prst="rect">
            <a:avLst/>
          </a:prstGeom>
          <a:noFill/>
          <a:ln w="0">
            <a:noFill/>
          </a:ln>
        </p:spPr>
        <p:txBody>
          <a:bodyPr lIns="0" tIns="0" rIns="0" bIns="0" anchor="b">
            <a:normAutofit/>
          </a:bodyPr>
          <a:lstStyle/>
          <a:p>
            <a:pPr marL="228600" indent="0" defTabSz="914400">
              <a:lnSpc>
                <a:spcPct val="100000"/>
              </a:lnSpc>
              <a:spcBef>
                <a:spcPts val="1001"/>
              </a:spcBef>
              <a:buNone/>
              <a:tabLst>
                <a:tab pos="0" algn="l"/>
              </a:tabLst>
            </a:pPr>
            <a:r>
              <a:rPr lang="nl-NL" sz="2300" b="1" strike="noStrike" spc="-1">
                <a:solidFill>
                  <a:schemeClr val="dk1"/>
                </a:solidFill>
                <a:latin typeface="Arial"/>
              </a:rPr>
              <a:t>Klik voor subkop</a:t>
            </a:r>
            <a:endParaRPr lang="nl-NL" sz="2300" b="0" strike="noStrike" spc="-1">
              <a:solidFill>
                <a:schemeClr val="dk1"/>
              </a:solidFill>
              <a:latin typeface="Arial"/>
            </a:endParaRPr>
          </a:p>
        </p:txBody>
      </p:sp>
      <p:sp>
        <p:nvSpPr>
          <p:cNvPr id="274" name="PlaceHolder 5"/>
          <p:cNvSpPr>
            <a:spLocks noGrp="1"/>
          </p:cNvSpPr>
          <p:nvPr>
            <p:ph type="body"/>
          </p:nvPr>
        </p:nvSpPr>
        <p:spPr>
          <a:xfrm>
            <a:off x="6095880" y="2174760"/>
            <a:ext cx="4990680" cy="3736080"/>
          </a:xfrm>
          <a:prstGeom prst="rect">
            <a:avLst/>
          </a:prstGeom>
          <a:noFill/>
          <a:ln w="0">
            <a:noFill/>
          </a:ln>
        </p:spPr>
        <p:txBody>
          <a:bodyPr lIns="0" tIns="0" rIns="0" bIns="0" anchor="t">
            <a:normAutofit/>
          </a:bodyPr>
          <a:lstStyle/>
          <a:p>
            <a:pPr marL="288000" indent="-288000" defTabSz="914400">
              <a:lnSpc>
                <a:spcPct val="100000"/>
              </a:lnSpc>
              <a:spcBef>
                <a:spcPts val="1001"/>
              </a:spcBef>
              <a:buClr>
                <a:srgbClr val="000000"/>
              </a:buClr>
              <a:buFont typeface="Arial"/>
              <a:buChar char="-"/>
            </a:pPr>
            <a:r>
              <a:rPr lang="nl-NL" sz="2300" b="0" strike="noStrike" spc="-1">
                <a:solidFill>
                  <a:schemeClr val="dk1"/>
                </a:solidFill>
                <a:latin typeface="Arial"/>
              </a:rPr>
              <a:t>Klikken om de tekststijl van het model te bewerken</a:t>
            </a:r>
          </a:p>
          <a:p>
            <a:pPr marL="576000" lvl="1"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Tweede niveau</a:t>
            </a:r>
          </a:p>
          <a:p>
            <a:pPr marL="864000" lvl="2"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Derde niveau</a:t>
            </a:r>
          </a:p>
          <a:p>
            <a:pPr marL="1152000" lvl="3"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Vierde niveau</a:t>
            </a:r>
          </a:p>
          <a:p>
            <a:pPr marL="1440000" lvl="4"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Vijfde niveau</a:t>
            </a:r>
          </a:p>
        </p:txBody>
      </p:sp>
      <p:sp>
        <p:nvSpPr>
          <p:cNvPr id="275" name="PlaceHolder 6"/>
          <p:cNvSpPr>
            <a:spLocks noGrp="1"/>
          </p:cNvSpPr>
          <p:nvPr>
            <p:ph type="sldNum" idx="13"/>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68DFA70A-87F3-4D50-B92E-DAF42CB7BDC6}"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276" name="Tekstvak 8"/>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vergelijking</a:t>
            </a:r>
            <a:endParaRPr lang="nl-NL" sz="10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Leeg">
    <p:bg>
      <p:bgPr>
        <a:solidFill>
          <a:srgbClr val="FFFFFF"/>
        </a:solidFill>
        <a:effectLst/>
      </p:bgPr>
    </p:bg>
    <p:spTree>
      <p:nvGrpSpPr>
        <p:cNvPr id="1" name=""/>
        <p:cNvGrpSpPr/>
        <p:nvPr/>
      </p:nvGrpSpPr>
      <p:grpSpPr>
        <a:xfrm>
          <a:off x="0" y="0"/>
          <a:ext cx="0" cy="0"/>
          <a:chOff x="0" y="0"/>
          <a:chExt cx="0" cy="0"/>
        </a:xfrm>
      </p:grpSpPr>
      <p:pic>
        <p:nvPicPr>
          <p:cNvPr id="277" name="Afbeelding 3"/>
          <p:cNvPicPr/>
          <p:nvPr/>
        </p:nvPicPr>
        <p:blipFill>
          <a:blip r:embed="rId2"/>
          <a:stretch/>
        </p:blipFill>
        <p:spPr>
          <a:xfrm>
            <a:off x="0" y="0"/>
            <a:ext cx="12189600" cy="570600"/>
          </a:xfrm>
          <a:prstGeom prst="rect">
            <a:avLst/>
          </a:prstGeom>
          <a:noFill/>
          <a:ln w="0">
            <a:noFill/>
          </a:ln>
        </p:spPr>
      </p:pic>
      <p:sp>
        <p:nvSpPr>
          <p:cNvPr id="278"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279" name="Afbeelding 13"/>
          <p:cNvPicPr/>
          <p:nvPr/>
        </p:nvPicPr>
        <p:blipFill>
          <a:blip r:embed="rId3"/>
          <a:stretch/>
        </p:blipFill>
        <p:spPr>
          <a:xfrm>
            <a:off x="-2115360" y="1359720"/>
            <a:ext cx="426240" cy="654840"/>
          </a:xfrm>
          <a:prstGeom prst="rect">
            <a:avLst/>
          </a:prstGeom>
          <a:noFill/>
          <a:ln w="0">
            <a:noFill/>
          </a:ln>
        </p:spPr>
      </p:pic>
      <p:pic>
        <p:nvPicPr>
          <p:cNvPr id="280" name="Afbeelding 15"/>
          <p:cNvPicPr/>
          <p:nvPr/>
        </p:nvPicPr>
        <p:blipFill>
          <a:blip r:embed="rId4"/>
          <a:stretch/>
        </p:blipFill>
        <p:spPr>
          <a:xfrm>
            <a:off x="-2115360" y="6262920"/>
            <a:ext cx="1454760" cy="521280"/>
          </a:xfrm>
          <a:prstGeom prst="rect">
            <a:avLst/>
          </a:prstGeom>
          <a:noFill/>
          <a:ln w="0">
            <a:noFill/>
          </a:ln>
        </p:spPr>
      </p:pic>
      <p:cxnSp>
        <p:nvCxnSpPr>
          <p:cNvPr id="281"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282"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83"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284"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285"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86"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287"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288"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289"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290" name="Afbeelding 19"/>
          <p:cNvPicPr/>
          <p:nvPr/>
        </p:nvPicPr>
        <p:blipFill>
          <a:blip r:embed="rId6"/>
          <a:stretch/>
        </p:blipFill>
        <p:spPr>
          <a:xfrm>
            <a:off x="303480" y="6201360"/>
            <a:ext cx="1149480" cy="443160"/>
          </a:xfrm>
          <a:prstGeom prst="rect">
            <a:avLst/>
          </a:prstGeom>
          <a:noFill/>
          <a:ln w="0">
            <a:noFill/>
          </a:ln>
        </p:spPr>
      </p:pic>
      <p:sp>
        <p:nvSpPr>
          <p:cNvPr id="291" name="PlaceHolder 1"/>
          <p:cNvSpPr>
            <a:spLocks noGrp="1"/>
          </p:cNvSpPr>
          <p:nvPr>
            <p:ph type="sldNum" idx="14"/>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8CAF06A6-E47E-4375-B808-6D0242B1F282}"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292" name="Tekstvak 3"/>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leeg</a:t>
            </a:r>
            <a:endParaRPr lang="nl-NL" sz="1000" b="0" strike="noStrike" spc="-1">
              <a:solidFill>
                <a:srgbClr val="000000"/>
              </a:solidFill>
              <a:latin typeface="Calibri"/>
            </a:endParaRPr>
          </a:p>
        </p:txBody>
      </p:sp>
      <p:sp>
        <p:nvSpPr>
          <p:cNvPr id="293" name="PlaceHolder 2"/>
          <p:cNvSpPr>
            <a:spLocks noGrp="1"/>
          </p:cNvSpPr>
          <p:nvPr>
            <p:ph type="title"/>
          </p:nvPr>
        </p:nvSpPr>
        <p:spPr>
          <a:xfrm>
            <a:off x="609480" y="27360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1800" b="0" strike="noStrike" spc="-1">
                <a:solidFill>
                  <a:schemeClr val="dk1"/>
                </a:solidFill>
                <a:latin typeface="Arial"/>
              </a:rPr>
              <a:t>Klik om de opmaak van de titeltekst te bewerken</a:t>
            </a:r>
          </a:p>
        </p:txBody>
      </p:sp>
      <p:sp>
        <p:nvSpPr>
          <p:cNvPr id="294" name="PlaceHolder 3"/>
          <p:cNvSpPr>
            <a:spLocks noGrp="1"/>
          </p:cNvSpPr>
          <p:nvPr>
            <p:ph type="body"/>
          </p:nvPr>
        </p:nvSpPr>
        <p:spPr>
          <a:xfrm>
            <a:off x="609480" y="1604520"/>
            <a:ext cx="10970280" cy="3975120"/>
          </a:xfrm>
          <a:prstGeom prst="rect">
            <a:avLst/>
          </a:prstGeom>
          <a:noFill/>
          <a:ln w="0">
            <a:noFill/>
          </a:ln>
        </p:spPr>
        <p:txBody>
          <a:bodyPr lIns="0" tIns="0" rIns="0" bIns="0" anchor="t">
            <a:normAutofit/>
          </a:bodyPr>
          <a:lstStyle/>
          <a:p>
            <a:pPr marL="432000" indent="-324000" defTabSz="914400">
              <a:lnSpc>
                <a:spcPct val="90000"/>
              </a:lnSpc>
              <a:spcBef>
                <a:spcPts val="1417"/>
              </a:spcBef>
              <a:buClr>
                <a:srgbClr val="000000"/>
              </a:buClr>
              <a:buSzPct val="45000"/>
              <a:buFont typeface="Wingdings" charset="2"/>
              <a:buChar char=""/>
            </a:pPr>
            <a:r>
              <a:rPr lang="nl-NL" sz="2000" b="0" strike="noStrike" spc="-1">
                <a:solidFill>
                  <a:schemeClr val="dk1"/>
                </a:solidFill>
                <a:latin typeface="Arial"/>
              </a:rPr>
              <a:t>Klik om de opmaak van de overzichtstekst te bewerken</a:t>
            </a:r>
          </a:p>
          <a:p>
            <a:pPr marL="864000" lvl="1" indent="-324000" defTabSz="914400">
              <a:lnSpc>
                <a:spcPct val="90000"/>
              </a:lnSpc>
              <a:spcBef>
                <a:spcPts val="1134"/>
              </a:spcBef>
              <a:buClr>
                <a:srgbClr val="000000"/>
              </a:buClr>
              <a:buSzPct val="75000"/>
              <a:buFont typeface="Symbol" charset="2"/>
              <a:buChar char=""/>
            </a:pPr>
            <a:r>
              <a:rPr lang="nl-NL" sz="2000" b="0" strike="noStrike" spc="-1">
                <a:solidFill>
                  <a:schemeClr val="dk1"/>
                </a:solidFill>
                <a:latin typeface="Arial"/>
              </a:rPr>
              <a:t>Tweede overzichtsniveau</a:t>
            </a:r>
          </a:p>
          <a:p>
            <a:pPr marL="1296000" lvl="2" indent="-288000" defTabSz="914400">
              <a:lnSpc>
                <a:spcPct val="90000"/>
              </a:lnSpc>
              <a:spcBef>
                <a:spcPts val="850"/>
              </a:spcBef>
              <a:buClr>
                <a:srgbClr val="000000"/>
              </a:buClr>
              <a:buSzPct val="45000"/>
              <a:buFont typeface="Wingdings" charset="2"/>
              <a:buChar char=""/>
            </a:pPr>
            <a:r>
              <a:rPr lang="nl-NL" sz="2000" b="0" strike="noStrike" spc="-1">
                <a:solidFill>
                  <a:schemeClr val="dk1"/>
                </a:solidFill>
                <a:latin typeface="Arial"/>
              </a:rPr>
              <a:t>Derde overzichtsniveau</a:t>
            </a:r>
          </a:p>
          <a:p>
            <a:pPr marL="1728000" lvl="3" indent="-216000" defTabSz="914400">
              <a:lnSpc>
                <a:spcPct val="90000"/>
              </a:lnSpc>
              <a:spcBef>
                <a:spcPts val="567"/>
              </a:spcBef>
              <a:buClr>
                <a:srgbClr val="000000"/>
              </a:buClr>
              <a:buSzPct val="75000"/>
              <a:buFont typeface="Symbol" charset="2"/>
              <a:buChar char=""/>
            </a:pPr>
            <a:r>
              <a:rPr lang="nl-NL" sz="2000" b="0" strike="noStrike" spc="-1">
                <a:solidFill>
                  <a:schemeClr val="dk1"/>
                </a:solidFill>
                <a:latin typeface="Arial"/>
              </a:rPr>
              <a:t>Vierde overzichtsniveau</a:t>
            </a:r>
          </a:p>
          <a:p>
            <a:pPr marL="2160000" lvl="4" indent="-216000" defTabSz="914400">
              <a:lnSpc>
                <a:spcPct val="90000"/>
              </a:lnSpc>
              <a:spcBef>
                <a:spcPts val="283"/>
              </a:spcBef>
              <a:buClr>
                <a:srgbClr val="000000"/>
              </a:buClr>
              <a:buSzPct val="45000"/>
              <a:buFont typeface="Wingdings" charset="2"/>
              <a:buChar char=""/>
            </a:pPr>
            <a:r>
              <a:rPr lang="nl-NL" sz="2000" b="0" strike="noStrike" spc="-1">
                <a:solidFill>
                  <a:schemeClr val="dk1"/>
                </a:solidFill>
                <a:latin typeface="Arial"/>
              </a:rPr>
              <a:t>Vijfde overzichtsniveau</a:t>
            </a:r>
          </a:p>
          <a:p>
            <a:pPr marL="2592000" lvl="5" indent="-216000" defTabSz="914400">
              <a:lnSpc>
                <a:spcPct val="90000"/>
              </a:lnSpc>
              <a:spcBef>
                <a:spcPts val="283"/>
              </a:spcBef>
              <a:buClr>
                <a:srgbClr val="000000"/>
              </a:buClr>
              <a:buSzPct val="45000"/>
              <a:buFont typeface="Wingdings" charset="2"/>
              <a:buChar char=""/>
            </a:pPr>
            <a:r>
              <a:rPr lang="nl-NL" sz="2000" b="0" strike="noStrike" spc="-1">
                <a:solidFill>
                  <a:schemeClr val="dk1"/>
                </a:solidFill>
                <a:latin typeface="Arial"/>
              </a:rPr>
              <a:t>Zesde overzichtsniveau</a:t>
            </a:r>
          </a:p>
          <a:p>
            <a:pPr marL="3024000" lvl="6" indent="-216000" defTabSz="914400">
              <a:lnSpc>
                <a:spcPct val="90000"/>
              </a:lnSpc>
              <a:spcBef>
                <a:spcPts val="283"/>
              </a:spcBef>
              <a:buClr>
                <a:srgbClr val="000000"/>
              </a:buClr>
              <a:buSzPct val="45000"/>
              <a:buFont typeface="Wingdings" charset="2"/>
              <a:buChar char=""/>
            </a:pPr>
            <a:r>
              <a:rPr lang="nl-NL" sz="2000" b="0" strike="noStrike" spc="-1">
                <a:solidFill>
                  <a:schemeClr val="dk1"/>
                </a:solidFill>
                <a:latin typeface="Arial"/>
              </a:rPr>
              <a:t>Zevende overzichtsniveau</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Inhoud met bijschrift">
    <p:bg>
      <p:bgPr>
        <a:solidFill>
          <a:srgbClr val="FFFFFF"/>
        </a:solidFill>
        <a:effectLst/>
      </p:bgPr>
    </p:bg>
    <p:spTree>
      <p:nvGrpSpPr>
        <p:cNvPr id="1" name=""/>
        <p:cNvGrpSpPr/>
        <p:nvPr/>
      </p:nvGrpSpPr>
      <p:grpSpPr>
        <a:xfrm>
          <a:off x="0" y="0"/>
          <a:ext cx="0" cy="0"/>
          <a:chOff x="0" y="0"/>
          <a:chExt cx="0" cy="0"/>
        </a:xfrm>
      </p:grpSpPr>
      <p:pic>
        <p:nvPicPr>
          <p:cNvPr id="295" name="Afbeelding 3"/>
          <p:cNvPicPr/>
          <p:nvPr/>
        </p:nvPicPr>
        <p:blipFill>
          <a:blip r:embed="rId2"/>
          <a:stretch/>
        </p:blipFill>
        <p:spPr>
          <a:xfrm>
            <a:off x="0" y="0"/>
            <a:ext cx="12189600" cy="570600"/>
          </a:xfrm>
          <a:prstGeom prst="rect">
            <a:avLst/>
          </a:prstGeom>
          <a:noFill/>
          <a:ln w="0">
            <a:noFill/>
          </a:ln>
        </p:spPr>
      </p:pic>
      <p:sp>
        <p:nvSpPr>
          <p:cNvPr id="296"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297" name="Afbeelding 13"/>
          <p:cNvPicPr/>
          <p:nvPr/>
        </p:nvPicPr>
        <p:blipFill>
          <a:blip r:embed="rId3"/>
          <a:stretch/>
        </p:blipFill>
        <p:spPr>
          <a:xfrm>
            <a:off x="-2115360" y="1359720"/>
            <a:ext cx="426240" cy="654840"/>
          </a:xfrm>
          <a:prstGeom prst="rect">
            <a:avLst/>
          </a:prstGeom>
          <a:noFill/>
          <a:ln w="0">
            <a:noFill/>
          </a:ln>
        </p:spPr>
      </p:pic>
      <p:pic>
        <p:nvPicPr>
          <p:cNvPr id="298" name="Afbeelding 15"/>
          <p:cNvPicPr/>
          <p:nvPr/>
        </p:nvPicPr>
        <p:blipFill>
          <a:blip r:embed="rId4"/>
          <a:stretch/>
        </p:blipFill>
        <p:spPr>
          <a:xfrm>
            <a:off x="-2115360" y="6262920"/>
            <a:ext cx="1454760" cy="521280"/>
          </a:xfrm>
          <a:prstGeom prst="rect">
            <a:avLst/>
          </a:prstGeom>
          <a:noFill/>
          <a:ln w="0">
            <a:noFill/>
          </a:ln>
        </p:spPr>
      </p:pic>
      <p:cxnSp>
        <p:nvCxnSpPr>
          <p:cNvPr id="299"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300"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301"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302"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303"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304"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305"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306"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307"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308" name="Afbeelding 19"/>
          <p:cNvPicPr/>
          <p:nvPr/>
        </p:nvPicPr>
        <p:blipFill>
          <a:blip r:embed="rId6"/>
          <a:stretch/>
        </p:blipFill>
        <p:spPr>
          <a:xfrm>
            <a:off x="303480" y="6201360"/>
            <a:ext cx="1149480" cy="443160"/>
          </a:xfrm>
          <a:prstGeom prst="rect">
            <a:avLst/>
          </a:prstGeom>
          <a:noFill/>
          <a:ln w="0">
            <a:noFill/>
          </a:ln>
        </p:spPr>
      </p:pic>
      <p:sp>
        <p:nvSpPr>
          <p:cNvPr id="309" name="PlaceHolder 1"/>
          <p:cNvSpPr>
            <a:spLocks noGrp="1"/>
          </p:cNvSpPr>
          <p:nvPr>
            <p:ph type="title"/>
          </p:nvPr>
        </p:nvSpPr>
        <p:spPr>
          <a:xfrm>
            <a:off x="671040" y="1015920"/>
            <a:ext cx="3947040" cy="718200"/>
          </a:xfrm>
          <a:prstGeom prst="rect">
            <a:avLst/>
          </a:prstGeom>
          <a:noFill/>
          <a:ln w="0">
            <a:noFill/>
          </a:ln>
        </p:spPr>
        <p:txBody>
          <a:bodyPr lIns="0" tIns="0" rIns="0" bIns="0" anchor="b">
            <a:noAutofit/>
          </a:bodyPr>
          <a:lstStyle/>
          <a:p>
            <a:pPr indent="0" defTabSz="914400">
              <a:lnSpc>
                <a:spcPct val="90000"/>
              </a:lnSpc>
              <a:buNone/>
              <a:tabLst>
                <a:tab pos="0" algn="l"/>
              </a:tabLst>
            </a:pPr>
            <a:r>
              <a:rPr lang="nl-NL" sz="2000" b="1" strike="noStrike" spc="-1">
                <a:solidFill>
                  <a:schemeClr val="accent1"/>
                </a:solidFill>
                <a:latin typeface="Arial"/>
              </a:rPr>
              <a:t>Klik om stijl te bewerken</a:t>
            </a:r>
            <a:endParaRPr lang="nl-NL" sz="2000" b="0" strike="noStrike" spc="-1">
              <a:solidFill>
                <a:schemeClr val="dk1"/>
              </a:solidFill>
              <a:latin typeface="Arial"/>
            </a:endParaRPr>
          </a:p>
        </p:txBody>
      </p:sp>
      <p:sp>
        <p:nvSpPr>
          <p:cNvPr id="310" name="PlaceHolder 2"/>
          <p:cNvSpPr>
            <a:spLocks noGrp="1"/>
          </p:cNvSpPr>
          <p:nvPr>
            <p:ph type="body"/>
          </p:nvPr>
        </p:nvSpPr>
        <p:spPr>
          <a:xfrm>
            <a:off x="4766760" y="1015920"/>
            <a:ext cx="6319800" cy="4894920"/>
          </a:xfrm>
          <a:prstGeom prst="rect">
            <a:avLst/>
          </a:prstGeom>
          <a:noFill/>
          <a:ln w="0">
            <a:noFill/>
          </a:ln>
        </p:spPr>
        <p:txBody>
          <a:bodyPr lIns="0" tIns="0" rIns="0" bIns="0" anchor="t">
            <a:normAutofit/>
          </a:bodyPr>
          <a:lstStyle/>
          <a:p>
            <a:pPr marL="288000" indent="-288000" defTabSz="914400">
              <a:lnSpc>
                <a:spcPct val="100000"/>
              </a:lnSpc>
              <a:spcBef>
                <a:spcPts val="1001"/>
              </a:spcBef>
              <a:buClr>
                <a:srgbClr val="000000"/>
              </a:buClr>
              <a:buFont typeface="Arial"/>
              <a:buChar char="-"/>
            </a:pPr>
            <a:r>
              <a:rPr lang="nl-NL" sz="2300" b="0" strike="noStrike" spc="-1">
                <a:solidFill>
                  <a:schemeClr val="dk1"/>
                </a:solidFill>
                <a:latin typeface="Arial"/>
              </a:rPr>
              <a:t>Klikken om de tekststijl van het model te bewerken</a:t>
            </a:r>
          </a:p>
          <a:p>
            <a:pPr marL="576000" lvl="1"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Tweede niveau</a:t>
            </a:r>
          </a:p>
          <a:p>
            <a:pPr marL="864000" lvl="2"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Derde niveau</a:t>
            </a:r>
          </a:p>
          <a:p>
            <a:pPr marL="1152000" lvl="3"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Vierde niveau</a:t>
            </a:r>
          </a:p>
          <a:p>
            <a:pPr marL="1440000" lvl="4" indent="-288000" defTabSz="914400">
              <a:lnSpc>
                <a:spcPct val="100000"/>
              </a:lnSpc>
              <a:spcBef>
                <a:spcPts val="499"/>
              </a:spcBef>
              <a:buClr>
                <a:srgbClr val="000000"/>
              </a:buClr>
              <a:buFont typeface="Arial"/>
              <a:buChar char="-"/>
            </a:pPr>
            <a:r>
              <a:rPr lang="nl-NL" sz="2300" b="0" strike="noStrike" spc="-1">
                <a:solidFill>
                  <a:schemeClr val="dk1"/>
                </a:solidFill>
                <a:latin typeface="Arial"/>
              </a:rPr>
              <a:t>Vijfde niveau</a:t>
            </a:r>
          </a:p>
        </p:txBody>
      </p:sp>
      <p:sp>
        <p:nvSpPr>
          <p:cNvPr id="311" name="PlaceHolder 3"/>
          <p:cNvSpPr>
            <a:spLocks noGrp="1"/>
          </p:cNvSpPr>
          <p:nvPr>
            <p:ph type="body"/>
          </p:nvPr>
        </p:nvSpPr>
        <p:spPr>
          <a:xfrm>
            <a:off x="671040" y="1736640"/>
            <a:ext cx="3947040" cy="4216320"/>
          </a:xfrm>
          <a:prstGeom prst="rect">
            <a:avLst/>
          </a:prstGeom>
          <a:noFill/>
          <a:ln w="0">
            <a:noFill/>
          </a:ln>
        </p:spPr>
        <p:txBody>
          <a:bodyPr lIns="0" tIns="0" rIns="0" bIns="0" anchor="t">
            <a:noAutofit/>
          </a:bodyPr>
          <a:lstStyle/>
          <a:p>
            <a:pPr marL="228600" indent="0" defTabSz="914400">
              <a:lnSpc>
                <a:spcPct val="100000"/>
              </a:lnSpc>
              <a:spcBef>
                <a:spcPts val="1001"/>
              </a:spcBef>
              <a:buNone/>
              <a:tabLst>
                <a:tab pos="0" algn="l"/>
              </a:tabLst>
            </a:pPr>
            <a:r>
              <a:rPr lang="nl-NL" sz="1400" b="0" strike="noStrike" spc="-1">
                <a:solidFill>
                  <a:schemeClr val="dk1"/>
                </a:solidFill>
                <a:latin typeface="Arial"/>
              </a:rPr>
              <a:t>Klikken om de tekststijl van het model te bewerken</a:t>
            </a:r>
          </a:p>
        </p:txBody>
      </p:sp>
      <p:sp>
        <p:nvSpPr>
          <p:cNvPr id="312" name="PlaceHolder 4"/>
          <p:cNvSpPr>
            <a:spLocks noGrp="1"/>
          </p:cNvSpPr>
          <p:nvPr>
            <p:ph type="sldNum" idx="15"/>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1F3ADAFA-064F-4C64-A9C8-54766FE54B26}"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313" name="Tekstvak 6"/>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Inhoud met bijschrift</a:t>
            </a:r>
            <a:endParaRPr lang="nl-NL" sz="10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Afbeelding met bijschrift">
    <p:bg>
      <p:bgPr>
        <a:solidFill>
          <a:srgbClr val="FFFFFF"/>
        </a:solidFill>
        <a:effectLst/>
      </p:bgPr>
    </p:bg>
    <p:spTree>
      <p:nvGrpSpPr>
        <p:cNvPr id="1" name=""/>
        <p:cNvGrpSpPr/>
        <p:nvPr/>
      </p:nvGrpSpPr>
      <p:grpSpPr>
        <a:xfrm>
          <a:off x="0" y="0"/>
          <a:ext cx="0" cy="0"/>
          <a:chOff x="0" y="0"/>
          <a:chExt cx="0" cy="0"/>
        </a:xfrm>
      </p:grpSpPr>
      <p:pic>
        <p:nvPicPr>
          <p:cNvPr id="314" name="Afbeelding 3"/>
          <p:cNvPicPr/>
          <p:nvPr/>
        </p:nvPicPr>
        <p:blipFill>
          <a:blip r:embed="rId2"/>
          <a:stretch/>
        </p:blipFill>
        <p:spPr>
          <a:xfrm>
            <a:off x="0" y="0"/>
            <a:ext cx="12189600" cy="570600"/>
          </a:xfrm>
          <a:prstGeom prst="rect">
            <a:avLst/>
          </a:prstGeom>
          <a:noFill/>
          <a:ln w="0">
            <a:noFill/>
          </a:ln>
        </p:spPr>
      </p:pic>
      <p:sp>
        <p:nvSpPr>
          <p:cNvPr id="315"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316" name="Afbeelding 13"/>
          <p:cNvPicPr/>
          <p:nvPr/>
        </p:nvPicPr>
        <p:blipFill>
          <a:blip r:embed="rId3"/>
          <a:stretch/>
        </p:blipFill>
        <p:spPr>
          <a:xfrm>
            <a:off x="-2115360" y="1359720"/>
            <a:ext cx="426240" cy="654840"/>
          </a:xfrm>
          <a:prstGeom prst="rect">
            <a:avLst/>
          </a:prstGeom>
          <a:noFill/>
          <a:ln w="0">
            <a:noFill/>
          </a:ln>
        </p:spPr>
      </p:pic>
      <p:pic>
        <p:nvPicPr>
          <p:cNvPr id="317" name="Afbeelding 15"/>
          <p:cNvPicPr/>
          <p:nvPr/>
        </p:nvPicPr>
        <p:blipFill>
          <a:blip r:embed="rId4"/>
          <a:stretch/>
        </p:blipFill>
        <p:spPr>
          <a:xfrm>
            <a:off x="-2115360" y="6262920"/>
            <a:ext cx="1454760" cy="521280"/>
          </a:xfrm>
          <a:prstGeom prst="rect">
            <a:avLst/>
          </a:prstGeom>
          <a:noFill/>
          <a:ln w="0">
            <a:noFill/>
          </a:ln>
        </p:spPr>
      </p:pic>
      <p:cxnSp>
        <p:nvCxnSpPr>
          <p:cNvPr id="318"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319"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320"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321"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322"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323"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324"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325"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326"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327" name="Afbeelding 19"/>
          <p:cNvPicPr/>
          <p:nvPr/>
        </p:nvPicPr>
        <p:blipFill>
          <a:blip r:embed="rId6"/>
          <a:stretch/>
        </p:blipFill>
        <p:spPr>
          <a:xfrm>
            <a:off x="303480" y="6201360"/>
            <a:ext cx="1149480" cy="443160"/>
          </a:xfrm>
          <a:prstGeom prst="rect">
            <a:avLst/>
          </a:prstGeom>
          <a:noFill/>
          <a:ln w="0">
            <a:noFill/>
          </a:ln>
        </p:spPr>
      </p:pic>
      <p:sp>
        <p:nvSpPr>
          <p:cNvPr id="328" name="PlaceHolder 1"/>
          <p:cNvSpPr>
            <a:spLocks noGrp="1"/>
          </p:cNvSpPr>
          <p:nvPr>
            <p:ph type="title"/>
          </p:nvPr>
        </p:nvSpPr>
        <p:spPr>
          <a:xfrm>
            <a:off x="2389680" y="4800600"/>
            <a:ext cx="7312680" cy="564120"/>
          </a:xfrm>
          <a:prstGeom prst="rect">
            <a:avLst/>
          </a:prstGeom>
          <a:noFill/>
          <a:ln w="0">
            <a:noFill/>
          </a:ln>
        </p:spPr>
        <p:txBody>
          <a:bodyPr lIns="0" tIns="0" rIns="0" bIns="0" anchor="b">
            <a:noAutofit/>
          </a:bodyPr>
          <a:lstStyle/>
          <a:p>
            <a:pPr indent="0" defTabSz="914400">
              <a:lnSpc>
                <a:spcPct val="90000"/>
              </a:lnSpc>
              <a:buNone/>
              <a:tabLst>
                <a:tab pos="0" algn="l"/>
              </a:tabLst>
            </a:pPr>
            <a:r>
              <a:rPr lang="nl-NL" sz="2000" b="1" strike="noStrike" spc="-1">
                <a:solidFill>
                  <a:schemeClr val="accent1"/>
                </a:solidFill>
                <a:latin typeface="Arial"/>
              </a:rPr>
              <a:t>Klik om stijl te bewerken</a:t>
            </a:r>
            <a:endParaRPr lang="nl-NL" sz="2000" b="0" strike="noStrike" spc="-1">
              <a:solidFill>
                <a:schemeClr val="dk1"/>
              </a:solidFill>
              <a:latin typeface="Arial"/>
            </a:endParaRPr>
          </a:p>
        </p:txBody>
      </p:sp>
      <p:sp>
        <p:nvSpPr>
          <p:cNvPr id="329" name="PlaceHolder 2"/>
          <p:cNvSpPr>
            <a:spLocks noGrp="1"/>
          </p:cNvSpPr>
          <p:nvPr>
            <p:ph type="body"/>
          </p:nvPr>
        </p:nvSpPr>
        <p:spPr>
          <a:xfrm>
            <a:off x="2389680" y="568440"/>
            <a:ext cx="7312680" cy="4156560"/>
          </a:xfrm>
          <a:prstGeom prst="rect">
            <a:avLst/>
          </a:prstGeom>
          <a:noFill/>
          <a:ln w="0">
            <a:noFill/>
          </a:ln>
        </p:spPr>
        <p:txBody>
          <a:bodyPr lIns="90000" tIns="45000" rIns="90000" bIns="45000" anchor="t">
            <a:noAutofit/>
          </a:bodyPr>
          <a:lstStyle/>
          <a:p>
            <a:pPr marL="228600" indent="0" defTabSz="914400">
              <a:lnSpc>
                <a:spcPct val="100000"/>
              </a:lnSpc>
              <a:spcBef>
                <a:spcPts val="1001"/>
              </a:spcBef>
              <a:buNone/>
              <a:tabLst>
                <a:tab pos="0" algn="l"/>
              </a:tabLst>
            </a:pPr>
            <a:r>
              <a:rPr lang="nl-NL" sz="3200" b="0" strike="noStrike" spc="-1">
                <a:solidFill>
                  <a:schemeClr val="dk1"/>
                </a:solidFill>
                <a:latin typeface="Arial"/>
              </a:rPr>
              <a:t>Klik op het pictogram als u een afbeelding wilt toevoegen</a:t>
            </a:r>
          </a:p>
        </p:txBody>
      </p:sp>
      <p:sp>
        <p:nvSpPr>
          <p:cNvPr id="330" name="PlaceHolder 3"/>
          <p:cNvSpPr>
            <a:spLocks noGrp="1"/>
          </p:cNvSpPr>
          <p:nvPr>
            <p:ph type="body"/>
          </p:nvPr>
        </p:nvSpPr>
        <p:spPr>
          <a:xfrm>
            <a:off x="2389680" y="5367240"/>
            <a:ext cx="7312680" cy="543600"/>
          </a:xfrm>
          <a:prstGeom prst="rect">
            <a:avLst/>
          </a:prstGeom>
          <a:noFill/>
          <a:ln w="0">
            <a:noFill/>
          </a:ln>
        </p:spPr>
        <p:txBody>
          <a:bodyPr lIns="0" tIns="0" rIns="0" bIns="0" anchor="t">
            <a:noAutofit/>
          </a:bodyPr>
          <a:lstStyle/>
          <a:p>
            <a:pPr marL="228600" indent="0" defTabSz="914400">
              <a:lnSpc>
                <a:spcPct val="100000"/>
              </a:lnSpc>
              <a:spcBef>
                <a:spcPts val="1001"/>
              </a:spcBef>
              <a:buNone/>
              <a:tabLst>
                <a:tab pos="0" algn="l"/>
              </a:tabLst>
            </a:pPr>
            <a:r>
              <a:rPr lang="nl-NL" sz="1400" b="0" strike="noStrike" spc="-1">
                <a:solidFill>
                  <a:schemeClr val="dk1"/>
                </a:solidFill>
                <a:latin typeface="Arial"/>
              </a:rPr>
              <a:t>Klikken om de tekststijl van het model te bewerken</a:t>
            </a:r>
          </a:p>
        </p:txBody>
      </p:sp>
      <p:sp>
        <p:nvSpPr>
          <p:cNvPr id="331" name="PlaceHolder 4"/>
          <p:cNvSpPr>
            <a:spLocks noGrp="1"/>
          </p:cNvSpPr>
          <p:nvPr>
            <p:ph type="sldNum" idx="16"/>
          </p:nvPr>
        </p:nvSpPr>
        <p:spPr>
          <a:xfrm>
            <a:off x="8640000" y="6338160"/>
            <a:ext cx="2445480" cy="3625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nl-NL" sz="1000" b="0" strike="noStrike" spc="-1">
                <a:solidFill>
                  <a:srgbClr val="898989"/>
                </a:solidFill>
                <a:latin typeface="Arial"/>
              </a:defRPr>
            </a:lvl1pPr>
          </a:lstStyle>
          <a:p>
            <a:pPr indent="0" algn="r" defTabSz="914400">
              <a:lnSpc>
                <a:spcPct val="100000"/>
              </a:lnSpc>
              <a:buNone/>
              <a:tabLst>
                <a:tab pos="0" algn="l"/>
              </a:tabLst>
            </a:pPr>
            <a:fld id="{72C30692-8810-442F-8012-6ACF2CA68AA3}" type="slidenum">
              <a:rPr lang="nl-NL" sz="1000" b="0" strike="noStrike" spc="-1">
                <a:solidFill>
                  <a:srgbClr val="898989"/>
                </a:solidFill>
                <a:latin typeface="Arial"/>
              </a:rPr>
              <a:t>‹nr.›</a:t>
            </a:fld>
            <a:endParaRPr lang="nl-NL" sz="1000" b="0" strike="noStrike" spc="-1">
              <a:solidFill>
                <a:srgbClr val="000000"/>
              </a:solidFill>
              <a:latin typeface="Calibri"/>
            </a:endParaRPr>
          </a:p>
        </p:txBody>
      </p:sp>
      <p:sp>
        <p:nvSpPr>
          <p:cNvPr id="332" name="Tekstvak 6"/>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Afbeelding met bijschrift</a:t>
            </a:r>
            <a:endParaRPr lang="nl-NL" sz="10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iteldia - groen">
    <p:bg>
      <p:bgPr>
        <a:solidFill>
          <a:srgbClr val="FFFFFF"/>
        </a:solidFill>
        <a:effectLst/>
      </p:bgPr>
    </p:bg>
    <p:spTree>
      <p:nvGrpSpPr>
        <p:cNvPr id="1" name=""/>
        <p:cNvGrpSpPr/>
        <p:nvPr/>
      </p:nvGrpSpPr>
      <p:grpSpPr>
        <a:xfrm>
          <a:off x="0" y="0"/>
          <a:ext cx="0" cy="0"/>
          <a:chOff x="0" y="0"/>
          <a:chExt cx="0" cy="0"/>
        </a:xfrm>
      </p:grpSpPr>
      <p:pic>
        <p:nvPicPr>
          <p:cNvPr id="333" name="Afbeelding 3"/>
          <p:cNvPicPr/>
          <p:nvPr/>
        </p:nvPicPr>
        <p:blipFill>
          <a:blip r:embed="rId2"/>
          <a:stretch/>
        </p:blipFill>
        <p:spPr>
          <a:xfrm>
            <a:off x="0" y="0"/>
            <a:ext cx="12189600" cy="570600"/>
          </a:xfrm>
          <a:prstGeom prst="rect">
            <a:avLst/>
          </a:prstGeom>
          <a:noFill/>
          <a:ln w="0">
            <a:noFill/>
          </a:ln>
        </p:spPr>
      </p:pic>
      <p:sp>
        <p:nvSpPr>
          <p:cNvPr id="334"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335" name="Afbeelding 13"/>
          <p:cNvPicPr/>
          <p:nvPr/>
        </p:nvPicPr>
        <p:blipFill>
          <a:blip r:embed="rId3"/>
          <a:stretch/>
        </p:blipFill>
        <p:spPr>
          <a:xfrm>
            <a:off x="-2115360" y="1359720"/>
            <a:ext cx="426240" cy="654840"/>
          </a:xfrm>
          <a:prstGeom prst="rect">
            <a:avLst/>
          </a:prstGeom>
          <a:noFill/>
          <a:ln w="0">
            <a:noFill/>
          </a:ln>
        </p:spPr>
      </p:pic>
      <p:pic>
        <p:nvPicPr>
          <p:cNvPr id="336" name="Afbeelding 15"/>
          <p:cNvPicPr/>
          <p:nvPr/>
        </p:nvPicPr>
        <p:blipFill>
          <a:blip r:embed="rId4"/>
          <a:stretch/>
        </p:blipFill>
        <p:spPr>
          <a:xfrm>
            <a:off x="-2115360" y="6262920"/>
            <a:ext cx="1454760" cy="521280"/>
          </a:xfrm>
          <a:prstGeom prst="rect">
            <a:avLst/>
          </a:prstGeom>
          <a:noFill/>
          <a:ln w="0">
            <a:noFill/>
          </a:ln>
        </p:spPr>
      </p:pic>
      <p:cxnSp>
        <p:nvCxnSpPr>
          <p:cNvPr id="337"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338"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339"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340"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341"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342"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343"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344"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345"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346" name="Afbeelding 19"/>
          <p:cNvPicPr/>
          <p:nvPr/>
        </p:nvPicPr>
        <p:blipFill>
          <a:blip r:embed="rId6"/>
          <a:stretch/>
        </p:blipFill>
        <p:spPr>
          <a:xfrm>
            <a:off x="303480" y="6201360"/>
            <a:ext cx="1149480" cy="443160"/>
          </a:xfrm>
          <a:prstGeom prst="rect">
            <a:avLst/>
          </a:prstGeom>
          <a:noFill/>
          <a:ln w="0">
            <a:noFill/>
          </a:ln>
        </p:spPr>
      </p:pic>
      <p:sp>
        <p:nvSpPr>
          <p:cNvPr id="347" name="Rectangle 3"/>
          <p:cNvSpPr/>
          <p:nvPr/>
        </p:nvSpPr>
        <p:spPr>
          <a:xfrm>
            <a:off x="0" y="0"/>
            <a:ext cx="8222400" cy="685548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Arial"/>
            </a:endParaRPr>
          </a:p>
        </p:txBody>
      </p:sp>
      <p:pic>
        <p:nvPicPr>
          <p:cNvPr id="348" name="Afbeelding 4"/>
          <p:cNvPicPr/>
          <p:nvPr/>
        </p:nvPicPr>
        <p:blipFill>
          <a:blip r:embed="rId7"/>
          <a:stretch/>
        </p:blipFill>
        <p:spPr>
          <a:xfrm>
            <a:off x="8130960" y="0"/>
            <a:ext cx="4063680" cy="6855480"/>
          </a:xfrm>
          <a:prstGeom prst="rect">
            <a:avLst/>
          </a:prstGeom>
          <a:noFill/>
          <a:ln w="0">
            <a:noFill/>
          </a:ln>
        </p:spPr>
      </p:pic>
      <p:sp>
        <p:nvSpPr>
          <p:cNvPr id="349" name="PlaceHolder 1"/>
          <p:cNvSpPr>
            <a:spLocks noGrp="1"/>
          </p:cNvSpPr>
          <p:nvPr>
            <p:ph type="title"/>
          </p:nvPr>
        </p:nvSpPr>
        <p:spPr>
          <a:xfrm>
            <a:off x="478800" y="1296000"/>
            <a:ext cx="6837480" cy="237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6000" b="1" strike="noStrike" spc="-1">
                <a:solidFill>
                  <a:schemeClr val="lt1"/>
                </a:solidFill>
                <a:latin typeface="Arial"/>
              </a:rPr>
              <a:t>Klik om een titel te maken</a:t>
            </a:r>
            <a:endParaRPr lang="nl-NL" sz="6000" b="0" strike="noStrike" spc="-1">
              <a:solidFill>
                <a:schemeClr val="dk1"/>
              </a:solidFill>
              <a:latin typeface="Arial"/>
            </a:endParaRPr>
          </a:p>
        </p:txBody>
      </p:sp>
      <p:sp>
        <p:nvSpPr>
          <p:cNvPr id="350" name="PlaceHolder 2"/>
          <p:cNvSpPr>
            <a:spLocks noGrp="1"/>
          </p:cNvSpPr>
          <p:nvPr>
            <p:ph type="body"/>
          </p:nvPr>
        </p:nvSpPr>
        <p:spPr>
          <a:xfrm>
            <a:off x="478800" y="4107240"/>
            <a:ext cx="6837480" cy="295560"/>
          </a:xfrm>
          <a:prstGeom prst="rect">
            <a:avLst/>
          </a:prstGeom>
          <a:noFill/>
          <a:ln w="0">
            <a:noFill/>
          </a:ln>
        </p:spPr>
        <p:txBody>
          <a:bodyPr lIns="0" tIns="0" rIns="0" bIns="0" anchor="t">
            <a:normAutofit/>
          </a:bodyPr>
          <a:lstStyle/>
          <a:p>
            <a:pPr marL="228600" indent="0" defTabSz="914400">
              <a:lnSpc>
                <a:spcPct val="100000"/>
              </a:lnSpc>
              <a:spcBef>
                <a:spcPts val="1001"/>
              </a:spcBef>
              <a:buNone/>
              <a:tabLst>
                <a:tab pos="0" algn="l"/>
              </a:tabLst>
            </a:pPr>
            <a:r>
              <a:rPr lang="nl-NL" sz="1600" b="0" strike="noStrike" spc="-1">
                <a:solidFill>
                  <a:schemeClr val="lt1"/>
                </a:solidFill>
                <a:latin typeface="Arial"/>
              </a:rPr>
              <a:t>Voor- en achternaam</a:t>
            </a:r>
            <a:endParaRPr lang="nl-NL" sz="1600" b="0" strike="noStrike" spc="-1">
              <a:solidFill>
                <a:schemeClr val="dk1"/>
              </a:solidFill>
              <a:latin typeface="Arial"/>
            </a:endParaRPr>
          </a:p>
        </p:txBody>
      </p:sp>
      <p:sp>
        <p:nvSpPr>
          <p:cNvPr id="351" name="PlaceHolder 3"/>
          <p:cNvSpPr>
            <a:spLocks noGrp="1"/>
          </p:cNvSpPr>
          <p:nvPr>
            <p:ph type="body"/>
          </p:nvPr>
        </p:nvSpPr>
        <p:spPr>
          <a:xfrm>
            <a:off x="478800" y="4467240"/>
            <a:ext cx="6836760" cy="302400"/>
          </a:xfrm>
          <a:prstGeom prst="rect">
            <a:avLst/>
          </a:prstGeom>
          <a:noFill/>
          <a:ln w="0">
            <a:noFill/>
          </a:ln>
        </p:spPr>
        <p:txBody>
          <a:bodyPr lIns="0" tIns="0" rIns="0" bIns="0" anchor="t">
            <a:normAutofit/>
          </a:bodyPr>
          <a:lstStyle/>
          <a:p>
            <a:pPr marL="228600" indent="0" defTabSz="914400">
              <a:lnSpc>
                <a:spcPct val="100000"/>
              </a:lnSpc>
              <a:spcBef>
                <a:spcPts val="1001"/>
              </a:spcBef>
              <a:buNone/>
              <a:tabLst>
                <a:tab pos="0" algn="l"/>
              </a:tabLst>
            </a:pPr>
            <a:r>
              <a:rPr lang="nl-NL" sz="1600" b="0" strike="noStrike" spc="-1">
                <a:solidFill>
                  <a:schemeClr val="lt1"/>
                </a:solidFill>
                <a:latin typeface="Arial"/>
              </a:rPr>
              <a:t>Datum</a:t>
            </a:r>
            <a:endParaRPr lang="nl-NL" sz="1600" b="0" strike="noStrike" spc="-1">
              <a:solidFill>
                <a:schemeClr val="dk1"/>
              </a:solidFill>
              <a:latin typeface="Arial"/>
            </a:endParaRPr>
          </a:p>
        </p:txBody>
      </p:sp>
      <p:sp>
        <p:nvSpPr>
          <p:cNvPr id="352" name="Tekstvak 8"/>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TITELDIA-GROEN</a:t>
            </a:r>
            <a:endParaRPr lang="nl-NL" sz="1000" b="0" strike="noStrike" spc="-1">
              <a:solidFill>
                <a:srgbClr val="000000"/>
              </a:solidFill>
              <a:latin typeface="Calibri"/>
            </a:endParaRPr>
          </a:p>
        </p:txBody>
      </p:sp>
      <p:pic>
        <p:nvPicPr>
          <p:cNvPr id="353" name="Afbeelding 14"/>
          <p:cNvPicPr/>
          <p:nvPr/>
        </p:nvPicPr>
        <p:blipFill>
          <a:blip r:embed="rId8"/>
          <a:stretch/>
        </p:blipFill>
        <p:spPr>
          <a:xfrm>
            <a:off x="501480" y="5461200"/>
            <a:ext cx="2839680" cy="1097640"/>
          </a:xfrm>
          <a:prstGeom prst="rect">
            <a:avLst/>
          </a:prstGeom>
          <a:noFill/>
          <a:ln w="0">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Titeldia met foto">
    <p:bg>
      <p:bgPr>
        <a:solidFill>
          <a:srgbClr val="FFFFFF"/>
        </a:solidFill>
        <a:effectLst/>
      </p:bgPr>
    </p:bg>
    <p:spTree>
      <p:nvGrpSpPr>
        <p:cNvPr id="1" name=""/>
        <p:cNvGrpSpPr/>
        <p:nvPr/>
      </p:nvGrpSpPr>
      <p:grpSpPr>
        <a:xfrm>
          <a:off x="0" y="0"/>
          <a:ext cx="0" cy="0"/>
          <a:chOff x="0" y="0"/>
          <a:chExt cx="0" cy="0"/>
        </a:xfrm>
      </p:grpSpPr>
      <p:pic>
        <p:nvPicPr>
          <p:cNvPr id="354" name="Afbeelding 3"/>
          <p:cNvPicPr/>
          <p:nvPr/>
        </p:nvPicPr>
        <p:blipFill>
          <a:blip r:embed="rId2"/>
          <a:stretch/>
        </p:blipFill>
        <p:spPr>
          <a:xfrm>
            <a:off x="0" y="0"/>
            <a:ext cx="12189600" cy="570600"/>
          </a:xfrm>
          <a:prstGeom prst="rect">
            <a:avLst/>
          </a:prstGeom>
          <a:noFill/>
          <a:ln w="0">
            <a:noFill/>
          </a:ln>
        </p:spPr>
      </p:pic>
      <p:sp>
        <p:nvSpPr>
          <p:cNvPr id="355" name="Tekstvak 12"/>
          <p:cNvSpPr/>
          <p:nvPr/>
        </p:nvSpPr>
        <p:spPr>
          <a:xfrm>
            <a:off x="-2241000" y="-36000"/>
            <a:ext cx="2085480" cy="648900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strike="noStrike" cap="all" spc="-1">
                <a:solidFill>
                  <a:schemeClr val="dk2"/>
                </a:solidFill>
                <a:latin typeface="Arial"/>
              </a:rPr>
              <a:t>TAB START</a:t>
            </a: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endParaRPr lang="nl-NL" sz="1000" b="0" strike="noStrike" spc="-1">
              <a:solidFill>
                <a:srgbClr val="000000"/>
              </a:solidFill>
              <a:latin typeface="Calibri"/>
            </a:endParaRPr>
          </a:p>
          <a:p>
            <a:pPr defTabSz="914400">
              <a:lnSpc>
                <a:spcPct val="120000"/>
              </a:lnSpc>
            </a:pPr>
            <a:r>
              <a:rPr lang="nl-NL" sz="1000" b="1" strike="noStrike" cap="all" spc="-1">
                <a:solidFill>
                  <a:schemeClr val="dk2"/>
                </a:solidFill>
                <a:latin typeface="Arial"/>
              </a:rPr>
              <a:t>nieuwe DIA INVOEGEN</a:t>
            </a:r>
            <a:endParaRPr lang="nl-NL" sz="1000" b="0" strike="noStrike" spc="-1">
              <a:solidFill>
                <a:srgbClr val="000000"/>
              </a:solidFill>
              <a:latin typeface="Calibri"/>
            </a:endParaRPr>
          </a:p>
          <a:p>
            <a:pPr marL="536400" defTabSz="914400">
              <a:lnSpc>
                <a:spcPct val="120000"/>
              </a:lnSpc>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Nieuwe Dia </a:t>
            </a:r>
            <a:r>
              <a:rPr lang="nl-NL" sz="900" b="0" strike="noStrike" spc="-1">
                <a:solidFill>
                  <a:srgbClr val="515F67"/>
                </a:solidFill>
                <a:latin typeface="Arial"/>
              </a:rPr>
              <a:t>en kies de gewenste dia-indeling. </a:t>
            </a:r>
            <a:endParaRPr lang="nl-NL" sz="900" b="0" strike="noStrike" spc="-1">
              <a:solidFill>
                <a:srgbClr val="000000"/>
              </a:solidFill>
              <a:latin typeface="Calibri"/>
            </a:endParaRPr>
          </a:p>
          <a:p>
            <a:pPr marL="536400" defTabSz="914400">
              <a:lnSpc>
                <a:spcPct val="120000"/>
              </a:lnSpc>
              <a:tabLst>
                <a:tab pos="0" algn="l"/>
              </a:tabLst>
            </a:pPr>
            <a:endParaRPr lang="nl-NL" sz="900" b="0" strike="noStrike" spc="-1">
              <a:solidFill>
                <a:srgbClr val="000000"/>
              </a:solidFill>
              <a:latin typeface="Calibri"/>
            </a:endParaRPr>
          </a:p>
          <a:p>
            <a:pPr marL="536400" defTabSz="914400">
              <a:lnSpc>
                <a:spcPct val="120000"/>
              </a:lnSpc>
              <a:tabLst>
                <a:tab pos="0" algn="l"/>
              </a:tabLst>
            </a:pPr>
            <a:r>
              <a:rPr lang="nl-NL" sz="1000" b="1" strike="noStrike" cap="all" spc="-1">
                <a:solidFill>
                  <a:schemeClr val="dk2"/>
                </a:solidFill>
                <a:latin typeface="Arial"/>
              </a:rPr>
              <a:t>ANDERE DIA-INDEling </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dia waarvan je de dia-indeling wilt wijzigen.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knop </a:t>
            </a:r>
            <a:r>
              <a:rPr lang="nl-NL" sz="900" b="0" strike="noStrike" spc="-1">
                <a:solidFill>
                  <a:srgbClr val="515F67"/>
                </a:solidFill>
                <a:latin typeface="Arial Black"/>
              </a:rPr>
              <a:t>Indeling</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Kies de gewenste indeling.</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DIA-INDELING HERSTELLEN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Het kan gebeuren dat je de tekst- of fotovakken per ongeluk hebt verplaatst, waardoor ze niet meer op de juiste positie staan.</a:t>
            </a:r>
            <a:endParaRPr lang="nl-NL" sz="9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Herstel dit door op de knop </a:t>
            </a:r>
            <a:r>
              <a:rPr lang="nl-NL" sz="900" b="1" strike="noStrike" spc="-1">
                <a:solidFill>
                  <a:srgbClr val="515F67"/>
                </a:solidFill>
                <a:latin typeface="Arial Black"/>
              </a:rPr>
              <a:t>Opnieuw</a:t>
            </a:r>
            <a:r>
              <a:rPr lang="nl-NL" sz="900" b="0" strike="noStrike" spc="-1">
                <a:solidFill>
                  <a:srgbClr val="515F67"/>
                </a:solidFill>
                <a:latin typeface="Arial Black"/>
              </a:rPr>
              <a:t> </a:t>
            </a:r>
            <a:r>
              <a:rPr lang="nl-NL" sz="900" b="1" strike="noStrike" spc="-1">
                <a:solidFill>
                  <a:srgbClr val="515F67"/>
                </a:solidFill>
                <a:latin typeface="Arial Black"/>
              </a:rPr>
              <a:t>instellen</a:t>
            </a:r>
            <a:r>
              <a:rPr lang="nl-NL" sz="900" b="1" strike="noStrike" spc="-1">
                <a:solidFill>
                  <a:srgbClr val="515F67"/>
                </a:solidFill>
                <a:latin typeface="Arial"/>
              </a:rPr>
              <a:t> </a:t>
            </a:r>
            <a:r>
              <a:rPr lang="nl-NL" sz="900" b="0" strike="noStrike" spc="-1">
                <a:solidFill>
                  <a:srgbClr val="515F67"/>
                </a:solidFill>
                <a:latin typeface="Arial"/>
              </a:rPr>
              <a:t>te klikken.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KOPIËREN VANUIT EEN OUDE PRESENTATIE</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Je kunt geen complete dia’s kopiëren vanuit presentaties met een </a:t>
            </a:r>
            <a:r>
              <a:rPr lang="nl-NL" sz="900" b="0" u="sng" strike="noStrike" spc="-1">
                <a:solidFill>
                  <a:srgbClr val="515F67"/>
                </a:solidFill>
                <a:uFillTx/>
                <a:latin typeface="Arial"/>
              </a:rPr>
              <a:t>andere</a:t>
            </a:r>
            <a:r>
              <a:rPr lang="nl-NL" sz="900" b="0" strike="noStrike" spc="-1">
                <a:solidFill>
                  <a:srgbClr val="515F67"/>
                </a:solidFill>
                <a:latin typeface="Arial"/>
              </a:rPr>
              <a:t> opmaak. Voeg in dat geval een nieuwe dia in en kopieer de tekst vanuit de ‘oude’ presentatie naar de nieuwe dia. Gebruik hieroor de knop </a:t>
            </a:r>
            <a:r>
              <a:rPr lang="nl-NL" sz="900" b="0" strike="noStrike" spc="-1">
                <a:solidFill>
                  <a:srgbClr val="515F67"/>
                </a:solidFill>
                <a:latin typeface="Arial Black"/>
              </a:rPr>
              <a:t>Plakken</a:t>
            </a:r>
            <a:r>
              <a:rPr lang="nl-NL" sz="900" b="0" strike="noStrike" spc="-1">
                <a:solidFill>
                  <a:srgbClr val="515F67"/>
                </a:solidFill>
                <a:latin typeface="Arial"/>
              </a:rPr>
              <a:t> en kies de optie </a:t>
            </a:r>
            <a:r>
              <a:rPr lang="nl-NL" sz="900" b="1" strike="noStrike" spc="-1">
                <a:solidFill>
                  <a:srgbClr val="515F67"/>
                </a:solidFill>
                <a:latin typeface="Arial Black"/>
              </a:rPr>
              <a:t>Alleen</a:t>
            </a:r>
            <a:r>
              <a:rPr lang="nl-NL" sz="900" b="0" strike="noStrike" spc="-1">
                <a:solidFill>
                  <a:srgbClr val="515F67"/>
                </a:solidFill>
                <a:latin typeface="Arial"/>
              </a:rPr>
              <a:t> </a:t>
            </a:r>
            <a:r>
              <a:rPr lang="nl-NL" sz="900" b="1" strike="noStrike" spc="-1">
                <a:solidFill>
                  <a:srgbClr val="515F67"/>
                </a:solidFill>
                <a:latin typeface="Arial Black"/>
              </a:rPr>
              <a:t>tekst</a:t>
            </a:r>
            <a:r>
              <a:rPr lang="nl-NL" sz="900" b="0" strike="noStrike" spc="-1">
                <a:solidFill>
                  <a:srgbClr val="515F67"/>
                </a:solidFill>
                <a:latin typeface="Arial"/>
              </a:rPr>
              <a:t> </a:t>
            </a:r>
            <a:r>
              <a:rPr lang="nl-NL" sz="900" b="1" strike="noStrike" spc="-1">
                <a:solidFill>
                  <a:srgbClr val="515F67"/>
                </a:solidFill>
                <a:latin typeface="Arial Black"/>
              </a:rPr>
              <a:t>behouden</a:t>
            </a:r>
            <a:r>
              <a:rPr lang="nl-NL" sz="900" b="0" strike="noStrike" spc="-1">
                <a:solidFill>
                  <a:srgbClr val="515F67"/>
                </a:solidFill>
                <a:latin typeface="Arial"/>
              </a:rPr>
              <a:t>.</a:t>
            </a:r>
            <a:endParaRPr lang="nl-NL" sz="900" b="0" strike="noStrike" spc="-1">
              <a:solidFill>
                <a:srgbClr val="000000"/>
              </a:solidFill>
              <a:latin typeface="Calibri"/>
            </a:endParaRPr>
          </a:p>
        </p:txBody>
      </p:sp>
      <p:pic>
        <p:nvPicPr>
          <p:cNvPr id="356" name="Afbeelding 13"/>
          <p:cNvPicPr/>
          <p:nvPr/>
        </p:nvPicPr>
        <p:blipFill>
          <a:blip r:embed="rId3"/>
          <a:stretch/>
        </p:blipFill>
        <p:spPr>
          <a:xfrm>
            <a:off x="-2115360" y="1359720"/>
            <a:ext cx="426240" cy="654840"/>
          </a:xfrm>
          <a:prstGeom prst="rect">
            <a:avLst/>
          </a:prstGeom>
          <a:noFill/>
          <a:ln w="0">
            <a:noFill/>
          </a:ln>
        </p:spPr>
      </p:pic>
      <p:pic>
        <p:nvPicPr>
          <p:cNvPr id="357" name="Afbeelding 15"/>
          <p:cNvPicPr/>
          <p:nvPr/>
        </p:nvPicPr>
        <p:blipFill>
          <a:blip r:embed="rId4"/>
          <a:stretch/>
        </p:blipFill>
        <p:spPr>
          <a:xfrm>
            <a:off x="-2115360" y="6262920"/>
            <a:ext cx="1454760" cy="521280"/>
          </a:xfrm>
          <a:prstGeom prst="rect">
            <a:avLst/>
          </a:prstGeom>
          <a:noFill/>
          <a:ln w="0">
            <a:noFill/>
          </a:ln>
        </p:spPr>
      </p:pic>
      <p:cxnSp>
        <p:nvCxnSpPr>
          <p:cNvPr id="358" name="Rechte verbindingslijn met pijl 16"/>
          <p:cNvCxnSpPr/>
          <p:nvPr/>
        </p:nvCxnSpPr>
        <p:spPr>
          <a:xfrm>
            <a:off x="-1121040" y="6162480"/>
            <a:ext cx="2520" cy="320760"/>
          </a:xfrm>
          <a:prstGeom prst="straightConnector1">
            <a:avLst/>
          </a:prstGeom>
          <a:ln w="0">
            <a:solidFill>
              <a:srgbClr val="515F67"/>
            </a:solidFill>
            <a:tailEnd type="triangle" w="med" len="med"/>
          </a:ln>
        </p:spPr>
      </p:cxnSp>
      <p:cxnSp>
        <p:nvCxnSpPr>
          <p:cNvPr id="359" name="Rechte verbindingslijn met pijl 17"/>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360" name="Afbeelding 18"/>
          <p:cNvPicPr/>
          <p:nvPr/>
        </p:nvPicPr>
        <p:blipFill>
          <a:blip r:embed="rId5"/>
          <a:srcRect l="55992" t="26183" r="1254" b="16011"/>
          <a:stretch/>
        </p:blipFill>
        <p:spPr>
          <a:xfrm>
            <a:off x="-2115360" y="236160"/>
            <a:ext cx="1689120" cy="675000"/>
          </a:xfrm>
          <a:prstGeom prst="rect">
            <a:avLst/>
          </a:prstGeom>
          <a:noFill/>
          <a:ln w="0">
            <a:noFill/>
          </a:ln>
        </p:spPr>
      </p:pic>
      <p:cxnSp>
        <p:nvCxnSpPr>
          <p:cNvPr id="361" name="Rechte verbindingslijn met pijl 22"/>
          <p:cNvCxnSpPr/>
          <p:nvPr/>
        </p:nvCxnSpPr>
        <p:spPr>
          <a:xfrm>
            <a:off x="-1121040" y="6162480"/>
            <a:ext cx="2520" cy="320760"/>
          </a:xfrm>
          <a:prstGeom prst="straightConnector1">
            <a:avLst/>
          </a:prstGeom>
          <a:ln w="0">
            <a:solidFill>
              <a:srgbClr val="515F67"/>
            </a:solidFill>
            <a:tailEnd type="triangle" w="med" len="med"/>
          </a:ln>
        </p:spPr>
      </p:cxnSp>
      <p:cxnSp>
        <p:nvCxnSpPr>
          <p:cNvPr id="362" name="Rechte verbindingslijn met pijl 23"/>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363" name="Rechte verbindingslijn met pijl 28"/>
          <p:cNvCxnSpPr/>
          <p:nvPr/>
        </p:nvCxnSpPr>
        <p:spPr>
          <a:xfrm>
            <a:off x="-1121040" y="6162480"/>
            <a:ext cx="2520" cy="320760"/>
          </a:xfrm>
          <a:prstGeom prst="straightConnector1">
            <a:avLst/>
          </a:prstGeom>
          <a:ln w="0">
            <a:solidFill>
              <a:srgbClr val="515F67"/>
            </a:solidFill>
            <a:tailEnd type="triangle" w="med" len="med"/>
          </a:ln>
        </p:spPr>
      </p:cxnSp>
      <p:cxnSp>
        <p:nvCxnSpPr>
          <p:cNvPr id="364" name="Rechte verbindingslijn met pijl 29"/>
          <p:cNvCxnSpPr/>
          <p:nvPr/>
        </p:nvCxnSpPr>
        <p:spPr>
          <a:xfrm flipH="1" flipV="1">
            <a:off x="-1709640" y="1940760"/>
            <a:ext cx="169200" cy="135720"/>
          </a:xfrm>
          <a:prstGeom prst="straightConnector1">
            <a:avLst/>
          </a:prstGeom>
          <a:ln w="0">
            <a:solidFill>
              <a:srgbClr val="515F67"/>
            </a:solidFill>
            <a:tailEnd type="triangle" w="med" len="med"/>
          </a:ln>
        </p:spPr>
      </p:cxnSp>
      <p:cxnSp>
        <p:nvCxnSpPr>
          <p:cNvPr id="365" name="Rechte verbindingslijn met pijl 34"/>
          <p:cNvCxnSpPr/>
          <p:nvPr/>
        </p:nvCxnSpPr>
        <p:spPr>
          <a:xfrm>
            <a:off x="-1121040" y="6162480"/>
            <a:ext cx="2520" cy="320760"/>
          </a:xfrm>
          <a:prstGeom prst="straightConnector1">
            <a:avLst/>
          </a:prstGeom>
          <a:ln w="0">
            <a:solidFill>
              <a:srgbClr val="515F67"/>
            </a:solidFill>
            <a:tailEnd type="triangle" w="med" len="med"/>
          </a:ln>
        </p:spPr>
      </p:cxnSp>
      <p:cxnSp>
        <p:nvCxnSpPr>
          <p:cNvPr id="366" name="Rechte verbindingslijn met pijl 35"/>
          <p:cNvCxnSpPr/>
          <p:nvPr/>
        </p:nvCxnSpPr>
        <p:spPr>
          <a:xfrm flipH="1" flipV="1">
            <a:off x="-1709640" y="1940760"/>
            <a:ext cx="169200" cy="135720"/>
          </a:xfrm>
          <a:prstGeom prst="straightConnector1">
            <a:avLst/>
          </a:prstGeom>
          <a:ln w="0">
            <a:solidFill>
              <a:srgbClr val="515F67"/>
            </a:solidFill>
            <a:tailEnd type="triangle" w="med" len="med"/>
          </a:ln>
        </p:spPr>
      </p:cxnSp>
      <p:pic>
        <p:nvPicPr>
          <p:cNvPr id="367" name="Afbeelding 19"/>
          <p:cNvPicPr/>
          <p:nvPr/>
        </p:nvPicPr>
        <p:blipFill>
          <a:blip r:embed="rId6"/>
          <a:stretch/>
        </p:blipFill>
        <p:spPr>
          <a:xfrm>
            <a:off x="303480" y="6201360"/>
            <a:ext cx="1149480" cy="443160"/>
          </a:xfrm>
          <a:prstGeom prst="rect">
            <a:avLst/>
          </a:prstGeom>
          <a:noFill/>
          <a:ln w="0">
            <a:noFill/>
          </a:ln>
        </p:spPr>
      </p:pic>
      <p:sp>
        <p:nvSpPr>
          <p:cNvPr id="368" name="Rectangle 3"/>
          <p:cNvSpPr/>
          <p:nvPr/>
        </p:nvSpPr>
        <p:spPr>
          <a:xfrm>
            <a:off x="0" y="0"/>
            <a:ext cx="8200800" cy="6855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Arial"/>
            </a:endParaRPr>
          </a:p>
        </p:txBody>
      </p:sp>
      <p:sp>
        <p:nvSpPr>
          <p:cNvPr id="369" name="PlaceHolder 1"/>
          <p:cNvSpPr>
            <a:spLocks noGrp="1"/>
          </p:cNvSpPr>
          <p:nvPr>
            <p:ph type="body"/>
          </p:nvPr>
        </p:nvSpPr>
        <p:spPr>
          <a:xfrm>
            <a:off x="8131320" y="0"/>
            <a:ext cx="4058280" cy="6855480"/>
          </a:xfrm>
          <a:prstGeom prst="rect">
            <a:avLst/>
          </a:prstGeom>
          <a:solidFill>
            <a:schemeClr val="lt1">
              <a:lumMod val="95000"/>
            </a:schemeClr>
          </a:solidFill>
          <a:ln w="0">
            <a:noFill/>
          </a:ln>
        </p:spPr>
        <p:txBody>
          <a:bodyPr lIns="90000" tIns="45000" rIns="90000" bIns="45000" anchor="t">
            <a:normAutofit/>
          </a:bodyPr>
          <a:lstStyle/>
          <a:p>
            <a:pPr marL="228600" indent="0" algn="ctr" defTabSz="914400">
              <a:lnSpc>
                <a:spcPct val="100000"/>
              </a:lnSpc>
              <a:spcBef>
                <a:spcPts val="1001"/>
              </a:spcBef>
              <a:buNone/>
              <a:tabLst>
                <a:tab pos="0" algn="l"/>
              </a:tabLst>
            </a:pPr>
            <a:r>
              <a:rPr lang="nl-NL" sz="1200" b="0" strike="noStrike" spc="-1">
                <a:solidFill>
                  <a:schemeClr val="dk1"/>
                </a:solidFill>
                <a:latin typeface="Arial"/>
              </a:rPr>
              <a:t>Klik op het </a:t>
            </a:r>
            <a:br>
              <a:rPr sz="1200"/>
            </a:br>
            <a:r>
              <a:rPr lang="nl-NL" sz="1200" b="0" strike="noStrike" spc="-1">
                <a:solidFill>
                  <a:schemeClr val="dk1"/>
                </a:solidFill>
                <a:latin typeface="Arial"/>
              </a:rPr>
              <a:t>afbeeldingspictogram en </a:t>
            </a:r>
            <a:br>
              <a:rPr sz="1200"/>
            </a:br>
            <a:r>
              <a:rPr lang="nl-NL" sz="1200" b="0" strike="noStrike" spc="-1">
                <a:solidFill>
                  <a:schemeClr val="dk1"/>
                </a:solidFill>
                <a:latin typeface="Arial"/>
              </a:rPr>
              <a:t>voeg je eigen foto in.</a:t>
            </a:r>
          </a:p>
        </p:txBody>
      </p:sp>
      <p:sp>
        <p:nvSpPr>
          <p:cNvPr id="370" name="PlaceHolder 2"/>
          <p:cNvSpPr>
            <a:spLocks noGrp="1"/>
          </p:cNvSpPr>
          <p:nvPr>
            <p:ph type="title"/>
          </p:nvPr>
        </p:nvSpPr>
        <p:spPr>
          <a:xfrm>
            <a:off x="478800" y="1296000"/>
            <a:ext cx="6837480" cy="237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6000" b="1" strike="noStrike" spc="-1">
                <a:solidFill>
                  <a:schemeClr val="dk1"/>
                </a:solidFill>
                <a:latin typeface="Arial"/>
              </a:rPr>
              <a:t>Klik om een titel te maken</a:t>
            </a:r>
            <a:endParaRPr lang="nl-NL" sz="6000" b="0" strike="noStrike" spc="-1">
              <a:solidFill>
                <a:schemeClr val="dk1"/>
              </a:solidFill>
              <a:latin typeface="Arial"/>
            </a:endParaRPr>
          </a:p>
        </p:txBody>
      </p:sp>
      <p:sp>
        <p:nvSpPr>
          <p:cNvPr id="371" name="PlaceHolder 3"/>
          <p:cNvSpPr>
            <a:spLocks noGrp="1"/>
          </p:cNvSpPr>
          <p:nvPr>
            <p:ph type="body"/>
          </p:nvPr>
        </p:nvSpPr>
        <p:spPr>
          <a:xfrm>
            <a:off x="478800" y="4107240"/>
            <a:ext cx="6838200" cy="295560"/>
          </a:xfrm>
          <a:prstGeom prst="rect">
            <a:avLst/>
          </a:prstGeom>
          <a:noFill/>
          <a:ln w="0">
            <a:noFill/>
          </a:ln>
        </p:spPr>
        <p:txBody>
          <a:bodyPr lIns="0" tIns="0" rIns="0" bIns="0" anchor="t">
            <a:normAutofit/>
          </a:bodyPr>
          <a:lstStyle/>
          <a:p>
            <a:pPr marL="228600" indent="0" defTabSz="914400">
              <a:lnSpc>
                <a:spcPct val="100000"/>
              </a:lnSpc>
              <a:spcBef>
                <a:spcPts val="1001"/>
              </a:spcBef>
              <a:buNone/>
              <a:tabLst>
                <a:tab pos="0" algn="l"/>
              </a:tabLst>
            </a:pPr>
            <a:r>
              <a:rPr lang="nl-NL" sz="1600" b="0" strike="noStrike" spc="-1">
                <a:solidFill>
                  <a:srgbClr val="009C82"/>
                </a:solidFill>
                <a:latin typeface="Arial"/>
              </a:rPr>
              <a:t>Voor- en achternaam</a:t>
            </a:r>
            <a:endParaRPr lang="nl-NL" sz="1600" b="0" strike="noStrike" spc="-1">
              <a:solidFill>
                <a:schemeClr val="dk1"/>
              </a:solidFill>
              <a:latin typeface="Arial"/>
            </a:endParaRPr>
          </a:p>
        </p:txBody>
      </p:sp>
      <p:sp>
        <p:nvSpPr>
          <p:cNvPr id="372" name="PlaceHolder 4"/>
          <p:cNvSpPr>
            <a:spLocks noGrp="1"/>
          </p:cNvSpPr>
          <p:nvPr>
            <p:ph type="body"/>
          </p:nvPr>
        </p:nvSpPr>
        <p:spPr>
          <a:xfrm>
            <a:off x="478800" y="4467240"/>
            <a:ext cx="6837480" cy="302400"/>
          </a:xfrm>
          <a:prstGeom prst="rect">
            <a:avLst/>
          </a:prstGeom>
          <a:noFill/>
          <a:ln w="0">
            <a:noFill/>
          </a:ln>
        </p:spPr>
        <p:txBody>
          <a:bodyPr lIns="0" tIns="0" rIns="0" bIns="0" anchor="t">
            <a:normAutofit/>
          </a:bodyPr>
          <a:lstStyle/>
          <a:p>
            <a:pPr marL="228600" indent="0" defTabSz="914400">
              <a:lnSpc>
                <a:spcPct val="100000"/>
              </a:lnSpc>
              <a:spcBef>
                <a:spcPts val="1001"/>
              </a:spcBef>
              <a:buNone/>
              <a:tabLst>
                <a:tab pos="0" algn="l"/>
              </a:tabLst>
            </a:pPr>
            <a:r>
              <a:rPr lang="nl-NL" sz="1600" b="0" strike="noStrike" spc="-1">
                <a:solidFill>
                  <a:srgbClr val="009C82"/>
                </a:solidFill>
                <a:latin typeface="Arial"/>
              </a:rPr>
              <a:t>Datum</a:t>
            </a:r>
            <a:endParaRPr lang="nl-NL" sz="1600" b="0" strike="noStrike" spc="-1">
              <a:solidFill>
                <a:schemeClr val="dk1"/>
              </a:solidFill>
              <a:latin typeface="Arial"/>
            </a:endParaRPr>
          </a:p>
        </p:txBody>
      </p:sp>
      <p:sp>
        <p:nvSpPr>
          <p:cNvPr id="373" name="Tekstvak 11"/>
          <p:cNvSpPr/>
          <p:nvPr/>
        </p:nvSpPr>
        <p:spPr>
          <a:xfrm>
            <a:off x="4377960" y="-236880"/>
            <a:ext cx="3453120" cy="23328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strike="noStrike" cap="all" spc="-1">
                <a:solidFill>
                  <a:schemeClr val="dk2"/>
                </a:solidFill>
                <a:latin typeface="Arial"/>
              </a:rPr>
              <a:t>TITELDIA MET FOTO</a:t>
            </a:r>
            <a:endParaRPr lang="nl-NL" sz="1000" b="0" strike="noStrike" spc="-1">
              <a:solidFill>
                <a:srgbClr val="000000"/>
              </a:solidFill>
              <a:latin typeface="Calibri"/>
            </a:endParaRPr>
          </a:p>
        </p:txBody>
      </p:sp>
      <p:sp>
        <p:nvSpPr>
          <p:cNvPr id="374" name="Tekstvak 13"/>
          <p:cNvSpPr/>
          <p:nvPr/>
        </p:nvSpPr>
        <p:spPr>
          <a:xfrm>
            <a:off x="12478680" y="-36000"/>
            <a:ext cx="2085480" cy="488592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strike="noStrike" cap="all" spc="-1">
                <a:solidFill>
                  <a:schemeClr val="dk2"/>
                </a:solidFill>
                <a:latin typeface="Arial"/>
              </a:rPr>
              <a:t>FOTO INVOEGEN</a:t>
            </a:r>
            <a:endParaRPr lang="nl-NL" sz="1000" b="0" strike="noStrike" spc="-1">
              <a:solidFill>
                <a:srgbClr val="000000"/>
              </a:solidFill>
              <a:latin typeface="Calibri"/>
            </a:endParaRPr>
          </a:p>
          <a:p>
            <a:pPr defTabSz="914400">
              <a:lnSpc>
                <a:spcPct val="120000"/>
              </a:lnSpc>
              <a:tabLst>
                <a:tab pos="0" algn="l"/>
              </a:tabLst>
            </a:pPr>
            <a:r>
              <a:rPr lang="nl-NL" sz="900" b="0" strike="noStrike" spc="-1">
                <a:solidFill>
                  <a:srgbClr val="515F67"/>
                </a:solidFill>
                <a:latin typeface="Arial"/>
              </a:rPr>
              <a:t>Klik op het afbeeldings-pictogram in het midden van het fotovak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VERVANGEN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Verwijder de foto door op </a:t>
            </a:r>
            <a:r>
              <a:rPr lang="nl-NL" sz="900" b="0" strike="noStrike" spc="-1">
                <a:solidFill>
                  <a:srgbClr val="515F67"/>
                </a:solidFill>
                <a:latin typeface="Arial Black"/>
              </a:rPr>
              <a:t>Delete</a:t>
            </a:r>
            <a:r>
              <a:rPr lang="nl-NL" sz="900" b="1" strike="noStrike" spc="-1">
                <a:solidFill>
                  <a:srgbClr val="515F67"/>
                </a:solidFill>
                <a:latin typeface="Arial"/>
              </a:rPr>
              <a:t> </a:t>
            </a:r>
            <a:r>
              <a:rPr lang="nl-NL" sz="900" b="0" strike="noStrike" spc="-1">
                <a:solidFill>
                  <a:srgbClr val="515F67"/>
                </a:solidFill>
                <a:latin typeface="Arial"/>
              </a:rPr>
              <a:t>te drukken.</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afbeeldings-pictogram en voeg de gewenste foto in.</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r>
              <a:rPr lang="nl-NL" sz="1000" b="1" strike="noStrike" cap="all" spc="-1">
                <a:solidFill>
                  <a:schemeClr val="dk2"/>
                </a:solidFill>
                <a:latin typeface="Arial"/>
              </a:rPr>
              <a:t>FOTO BIJSNIJDEN</a:t>
            </a:r>
            <a:endParaRPr lang="nl-NL" sz="10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foto.</a:t>
            </a:r>
            <a:br>
              <a:rPr sz="900"/>
            </a:br>
            <a:r>
              <a:rPr lang="nl-NL" sz="900" b="0" strike="noStrike" spc="-1">
                <a:solidFill>
                  <a:srgbClr val="515F67"/>
                </a:solidFill>
                <a:latin typeface="Arial"/>
              </a:rPr>
              <a:t>De tab ‘Afbeeldingsopmaak’ verschijnt.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het onderste deel van de knop </a:t>
            </a:r>
            <a:r>
              <a:rPr lang="nl-NL" sz="900" b="0" strike="noStrike" spc="-1">
                <a:solidFill>
                  <a:srgbClr val="515F67"/>
                </a:solidFill>
                <a:latin typeface="Arial Black"/>
              </a:rPr>
              <a:t>Bijsnijden</a:t>
            </a:r>
            <a:r>
              <a:rPr lang="nl-NL" sz="900" b="0" strike="noStrike" spc="-1">
                <a:solidFill>
                  <a:srgbClr val="515F67"/>
                </a:solidFill>
                <a:latin typeface="Arial"/>
              </a:rPr>
              <a:t>.</a:t>
            </a: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defTabSz="914400">
              <a:lnSpc>
                <a:spcPct val="120000"/>
              </a:lnSpc>
              <a:tabLst>
                <a:tab pos="0" algn="l"/>
              </a:tabLst>
            </a:pP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op de optie </a:t>
            </a:r>
            <a:r>
              <a:rPr lang="nl-NL" sz="900" b="0" strike="noStrike" spc="-1">
                <a:solidFill>
                  <a:srgbClr val="515F67"/>
                </a:solidFill>
                <a:latin typeface="Arial Black"/>
              </a:rPr>
              <a:t>Opvullen</a:t>
            </a:r>
            <a:r>
              <a:rPr lang="nl-NL" sz="900" b="0" strike="noStrike" spc="-1">
                <a:solidFill>
                  <a:srgbClr val="515F67"/>
                </a:solidFill>
                <a:latin typeface="Arial"/>
              </a:rPr>
              <a:t>.</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Houd eventueel de </a:t>
            </a:r>
            <a:r>
              <a:rPr lang="nl-NL" sz="900" b="0" strike="noStrike" spc="-1">
                <a:solidFill>
                  <a:srgbClr val="515F67"/>
                </a:solidFill>
                <a:latin typeface="Arial Black"/>
              </a:rPr>
              <a:t>Shift-toets</a:t>
            </a:r>
            <a:r>
              <a:rPr lang="nl-NL" sz="900" b="0" strike="noStrike" spc="-1">
                <a:solidFill>
                  <a:srgbClr val="515F67"/>
                </a:solidFill>
                <a:latin typeface="Arial"/>
              </a:rPr>
              <a:t> ingedrukt en sleep de foto zodat het juiste deel van de foto wordt getoond. </a:t>
            </a:r>
            <a:endParaRPr lang="nl-NL" sz="900" b="0" strike="noStrike" spc="-1">
              <a:solidFill>
                <a:srgbClr val="000000"/>
              </a:solidFill>
              <a:latin typeface="Calibri"/>
            </a:endParaRPr>
          </a:p>
          <a:p>
            <a:pPr marL="108000" indent="-108000" defTabSz="914400">
              <a:lnSpc>
                <a:spcPct val="120000"/>
              </a:lnSpc>
              <a:buClr>
                <a:srgbClr val="515F67"/>
              </a:buClr>
              <a:buFont typeface="Arial"/>
              <a:buAutoNum type="arabicPeriod"/>
              <a:tabLst>
                <a:tab pos="0" algn="l"/>
              </a:tabLst>
            </a:pPr>
            <a:r>
              <a:rPr lang="nl-NL" sz="900" b="0" strike="noStrike" spc="-1">
                <a:solidFill>
                  <a:srgbClr val="515F67"/>
                </a:solidFill>
                <a:latin typeface="Arial"/>
              </a:rPr>
              <a:t>Klik naast de dia.</a:t>
            </a:r>
            <a:endParaRPr lang="nl-NL" sz="900" b="0" strike="noStrike" spc="-1">
              <a:solidFill>
                <a:srgbClr val="000000"/>
              </a:solidFill>
              <a:latin typeface="Calibri"/>
            </a:endParaRPr>
          </a:p>
        </p:txBody>
      </p:sp>
      <p:pic>
        <p:nvPicPr>
          <p:cNvPr id="375" name="Afbeelding 14"/>
          <p:cNvPicPr/>
          <p:nvPr/>
        </p:nvPicPr>
        <p:blipFill>
          <a:blip r:embed="rId7"/>
          <a:stretch/>
        </p:blipFill>
        <p:spPr>
          <a:xfrm>
            <a:off x="12655800" y="3048120"/>
            <a:ext cx="531000" cy="654840"/>
          </a:xfrm>
          <a:prstGeom prst="rect">
            <a:avLst/>
          </a:prstGeom>
          <a:noFill/>
          <a:ln w="0">
            <a:noFill/>
          </a:ln>
        </p:spPr>
      </p:pic>
      <p:pic>
        <p:nvPicPr>
          <p:cNvPr id="376" name="Afbeelding 15"/>
          <p:cNvPicPr/>
          <p:nvPr/>
        </p:nvPicPr>
        <p:blipFill>
          <a:blip r:embed="rId7"/>
          <a:stretch/>
        </p:blipFill>
        <p:spPr>
          <a:xfrm>
            <a:off x="12655800" y="3048120"/>
            <a:ext cx="531000" cy="654840"/>
          </a:xfrm>
          <a:prstGeom prst="rect">
            <a:avLst/>
          </a:prstGeom>
          <a:noFill/>
          <a:ln w="0">
            <a:noFill/>
          </a:ln>
        </p:spPr>
      </p:pic>
      <p:pic>
        <p:nvPicPr>
          <p:cNvPr id="377" name="Afbeelding 17"/>
          <p:cNvPicPr/>
          <p:nvPr/>
        </p:nvPicPr>
        <p:blipFill>
          <a:blip r:embed="rId7"/>
          <a:stretch/>
        </p:blipFill>
        <p:spPr>
          <a:xfrm>
            <a:off x="12655800" y="3048120"/>
            <a:ext cx="531000" cy="654840"/>
          </a:xfrm>
          <a:prstGeom prst="rect">
            <a:avLst/>
          </a:prstGeom>
          <a:noFill/>
          <a:ln w="0">
            <a:noFill/>
          </a:ln>
        </p:spPr>
      </p:pic>
      <p:pic>
        <p:nvPicPr>
          <p:cNvPr id="378" name="Afbeelding 18"/>
          <p:cNvPicPr/>
          <p:nvPr/>
        </p:nvPicPr>
        <p:blipFill>
          <a:blip r:embed="rId8"/>
          <a:stretch/>
        </p:blipFill>
        <p:spPr>
          <a:xfrm>
            <a:off x="500760" y="5460840"/>
            <a:ext cx="2841480" cy="1097640"/>
          </a:xfrm>
          <a:prstGeom prst="rect">
            <a:avLst/>
          </a:prstGeom>
          <a:noFill/>
          <a:ln w="0">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5.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0.xml.rels><?xml version="1.0" encoding="UTF-8" standalone="yes"?>
<Relationships xmlns="http://schemas.openxmlformats.org/package/2006/relationships"><Relationship Id="rId3" Type="http://schemas.openxmlformats.org/officeDocument/2006/relationships/hyperlink" Target="https://www.rivm.nl/" TargetMode="External"/><Relationship Id="rId2" Type="http://schemas.openxmlformats.org/officeDocument/2006/relationships/hyperlink" Target="https://opendata.cbs.nl/statline/portal.html?_la=nl&amp;_catalog=CBS" TargetMode="External"/><Relationship Id="rId1" Type="http://schemas.openxmlformats.org/officeDocument/2006/relationships/slideLayout" Target="../slideLayouts/slideLayout15.xml"/><Relationship Id="rId6" Type="http://schemas.openxmlformats.org/officeDocument/2006/relationships/hyperlink" Target="https://www.oecd.org/en/data.html" TargetMode="External"/><Relationship Id="rId5" Type="http://schemas.openxmlformats.org/officeDocument/2006/relationships/hyperlink" Target="https://data.worldbank.org/" TargetMode="External"/><Relationship Id="rId4" Type="http://schemas.openxmlformats.org/officeDocument/2006/relationships/hyperlink" Target="https://huggingface.co/" TargetMode="Externa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5.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5.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hyperlink" Target="https://wiki.creativecommons.org/wiki/Wiki/cc_license%20_compatibility" TargetMode="External"/><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5.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hyperlink" Target="https://www.f-uji.net/" TargetMode="Externa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5" name="Afbeelding 3"/>
          <p:cNvPicPr/>
          <p:nvPr/>
        </p:nvPicPr>
        <p:blipFill>
          <a:blip r:embed="rId2"/>
          <a:stretch/>
        </p:blipFill>
        <p:spPr>
          <a:xfrm>
            <a:off x="8449200" y="-3960"/>
            <a:ext cx="3741120" cy="6860160"/>
          </a:xfrm>
          <a:prstGeom prst="rect">
            <a:avLst/>
          </a:prstGeom>
          <a:noFill/>
          <a:ln w="0">
            <a:noFill/>
          </a:ln>
        </p:spPr>
      </p:pic>
      <p:sp>
        <p:nvSpPr>
          <p:cNvPr id="386" name="Tekstvak 5"/>
          <p:cNvSpPr/>
          <p:nvPr/>
        </p:nvSpPr>
        <p:spPr>
          <a:xfrm>
            <a:off x="772560" y="1447920"/>
            <a:ext cx="721296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nl-NL" sz="3600" b="1" strike="noStrike" spc="-1">
                <a:solidFill>
                  <a:srgbClr val="007561"/>
                </a:solidFill>
                <a:latin typeface="Arial"/>
              </a:rPr>
              <a:t>Zoeken, vinden en beoordelen van onderzoeksdata</a:t>
            </a:r>
            <a:endParaRPr lang="nl-NL" sz="3600" b="0" strike="noStrike" spc="-1">
              <a:solidFill>
                <a:srgbClr val="000000"/>
              </a:solidFill>
              <a:latin typeface="Calibri"/>
            </a:endParaRPr>
          </a:p>
        </p:txBody>
      </p:sp>
      <p:sp>
        <p:nvSpPr>
          <p:cNvPr id="387" name="Tekstvak 7"/>
          <p:cNvSpPr/>
          <p:nvPr/>
        </p:nvSpPr>
        <p:spPr>
          <a:xfrm>
            <a:off x="428400" y="779760"/>
            <a:ext cx="7212960" cy="39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28600" algn="ctr" defTabSz="914400">
              <a:lnSpc>
                <a:spcPct val="90000"/>
              </a:lnSpc>
              <a:spcBef>
                <a:spcPts val="1001"/>
              </a:spcBef>
              <a:tabLst>
                <a:tab pos="0" algn="l"/>
              </a:tabLst>
            </a:pPr>
            <a:r>
              <a:rPr lang="nl-NL" sz="2200" b="0" strike="noStrike" spc="-1">
                <a:solidFill>
                  <a:srgbClr val="009C82"/>
                </a:solidFill>
                <a:latin typeface="Arial"/>
              </a:rPr>
              <a:t>DCC SPRING Training Days 2025</a:t>
            </a:r>
            <a:endParaRPr lang="nl-NL" sz="2200" b="0" strike="noStrike" spc="-1">
              <a:solidFill>
                <a:srgbClr val="000000"/>
              </a:solidFill>
              <a:latin typeface="Calibri"/>
            </a:endParaRPr>
          </a:p>
        </p:txBody>
      </p:sp>
      <p:sp>
        <p:nvSpPr>
          <p:cNvPr id="388" name="Tekstvak 9"/>
          <p:cNvSpPr/>
          <p:nvPr/>
        </p:nvSpPr>
        <p:spPr>
          <a:xfrm>
            <a:off x="237600" y="4794840"/>
            <a:ext cx="330768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tabLst>
                <a:tab pos="0" algn="l"/>
              </a:tabLst>
            </a:pPr>
            <a:r>
              <a:rPr lang="nl-NL" sz="1800" b="0" strike="noStrike" spc="-1">
                <a:solidFill>
                  <a:srgbClr val="000000"/>
                </a:solidFill>
                <a:latin typeface="Arial"/>
              </a:rPr>
              <a:t>Renate Mattiszik, Marta Kargól </a:t>
            </a:r>
            <a:endParaRPr lang="nl-NL" sz="1800" b="0" strike="noStrike" spc="-1">
              <a:solidFill>
                <a:srgbClr val="000000"/>
              </a:solidFill>
              <a:latin typeface="Calibri"/>
            </a:endParaRPr>
          </a:p>
          <a:p>
            <a:pPr defTabSz="914400">
              <a:lnSpc>
                <a:spcPct val="100000"/>
              </a:lnSpc>
              <a:tabLst>
                <a:tab pos="0" algn="l"/>
              </a:tabLst>
            </a:pPr>
            <a:r>
              <a:rPr lang="nl-NL" sz="1800" b="0" strike="noStrike" spc="-1">
                <a:solidFill>
                  <a:srgbClr val="000000"/>
                </a:solidFill>
                <a:latin typeface="Arial"/>
              </a:rPr>
              <a:t>Saxion Hogeschool</a:t>
            </a:r>
            <a:endParaRPr lang="nl-NL" sz="1800" b="0" strike="noStrike" spc="-1">
              <a:solidFill>
                <a:srgbClr val="000000"/>
              </a:solidFill>
              <a:latin typeface="Calibri"/>
            </a:endParaRPr>
          </a:p>
          <a:p>
            <a:pPr defTabSz="914400">
              <a:lnSpc>
                <a:spcPct val="100000"/>
              </a:lnSpc>
              <a:tabLst>
                <a:tab pos="0" algn="l"/>
              </a:tabLst>
            </a:pPr>
            <a:r>
              <a:rPr lang="nl-NL" sz="1800" b="0" strike="noStrike" spc="-1">
                <a:solidFill>
                  <a:srgbClr val="000000"/>
                </a:solidFill>
                <a:latin typeface="Arial"/>
              </a:rPr>
              <a:t>Utrecht, 09 september 2025</a:t>
            </a:r>
            <a:endParaRPr lang="nl-NL" sz="1800" b="0" strike="noStrike" spc="-1">
              <a:solidFill>
                <a:srgbClr val="000000"/>
              </a:solidFill>
              <a:latin typeface="Calibri"/>
            </a:endParaRPr>
          </a:p>
        </p:txBody>
      </p:sp>
      <p:pic>
        <p:nvPicPr>
          <p:cNvPr id="389" name="Afbeelding 10" descr="Afbeelding met tekst, Lettertype, Graphics, grafische vormgeving"/>
          <p:cNvPicPr/>
          <p:nvPr/>
        </p:nvPicPr>
        <p:blipFill>
          <a:blip r:embed="rId3"/>
          <a:stretch/>
        </p:blipFill>
        <p:spPr>
          <a:xfrm>
            <a:off x="4844160" y="5090760"/>
            <a:ext cx="2791080" cy="147744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736200" y="1733400"/>
            <a:ext cx="1041444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800" b="0" strike="noStrike" spc="-1">
                <a:solidFill>
                  <a:schemeClr val="dk1"/>
                </a:solidFill>
                <a:latin typeface="Arial"/>
              </a:rPr>
              <a:t>Deze presentatie is tot stand gekomen door de samenwerking van Saxion en DCC-PO (Werkgroep zoeken en vinden van onderzoeksdata): </a:t>
            </a:r>
            <a:br>
              <a:rPr sz="2800"/>
            </a:br>
            <a:r>
              <a:rPr lang="nl-NL" sz="2800" b="0" strike="noStrike" spc="-1">
                <a:solidFill>
                  <a:schemeClr val="dk1"/>
                </a:solidFill>
                <a:latin typeface="Arial"/>
              </a:rPr>
              <a:t>Inge Boot van Hogeschool Rotterdam, </a:t>
            </a:r>
            <a:br>
              <a:rPr sz="2800"/>
            </a:br>
            <a:r>
              <a:rPr lang="nl-NL" sz="2800" b="0" strike="noStrike" spc="-1">
                <a:solidFill>
                  <a:schemeClr val="dk1"/>
                </a:solidFill>
                <a:latin typeface="Arial"/>
              </a:rPr>
              <a:t>Anne-Marie van Boeckel van Hanze Hogeschool,</a:t>
            </a:r>
            <a:br>
              <a:rPr sz="2800"/>
            </a:br>
            <a:r>
              <a:rPr lang="nl-NL" sz="2800" b="0" strike="noStrike" spc="-1">
                <a:solidFill>
                  <a:schemeClr val="dk1"/>
                </a:solidFill>
                <a:latin typeface="Arial"/>
              </a:rPr>
              <a:t>Esther Goedegebuure van Hogeschool Zeeland, </a:t>
            </a:r>
            <a:br>
              <a:rPr sz="2800"/>
            </a:br>
            <a:r>
              <a:rPr lang="nl-NL" sz="2800" b="0" strike="noStrike" spc="-1">
                <a:solidFill>
                  <a:schemeClr val="dk1"/>
                </a:solidFill>
                <a:latin typeface="Arial"/>
              </a:rPr>
              <a:t>Renate Mattiszik en Marta Kargól beide van Saxion</a:t>
            </a:r>
          </a:p>
        </p:txBody>
      </p:sp>
      <p:pic>
        <p:nvPicPr>
          <p:cNvPr id="391" name="Afbeelding 2"/>
          <p:cNvPicPr/>
          <p:nvPr/>
        </p:nvPicPr>
        <p:blipFill>
          <a:blip r:embed="rId2"/>
          <a:stretch/>
        </p:blipFill>
        <p:spPr>
          <a:xfrm>
            <a:off x="8284320" y="5239440"/>
            <a:ext cx="3002400" cy="107244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2" name="Tabel 1"/>
          <p:cNvGraphicFramePr/>
          <p:nvPr/>
        </p:nvGraphicFramePr>
        <p:xfrm>
          <a:off x="2745000" y="841320"/>
          <a:ext cx="7642080" cy="5832000"/>
        </p:xfrm>
        <a:graphic>
          <a:graphicData uri="http://schemas.openxmlformats.org/drawingml/2006/table">
            <a:tbl>
              <a:tblPr>
                <a:effectLst>
                  <a:outerShdw blurRad="50760" dist="37674" dir="2700000" rotWithShape="0">
                    <a:srgbClr val="000000">
                      <a:alpha val="40000"/>
                    </a:srgbClr>
                  </a:outerShdw>
                </a:effectLst>
              </a:tblPr>
              <a:tblGrid>
                <a:gridCol w="1944000">
                  <a:extLst>
                    <a:ext uri="{9D8B030D-6E8A-4147-A177-3AD203B41FA5}">
                      <a16:colId xmlns:a16="http://schemas.microsoft.com/office/drawing/2014/main" val="20000"/>
                    </a:ext>
                  </a:extLst>
                </a:gridCol>
                <a:gridCol w="5698440">
                  <a:extLst>
                    <a:ext uri="{9D8B030D-6E8A-4147-A177-3AD203B41FA5}">
                      <a16:colId xmlns:a16="http://schemas.microsoft.com/office/drawing/2014/main" val="20001"/>
                    </a:ext>
                  </a:extLst>
                </a:gridCol>
              </a:tblGrid>
              <a:tr h="388800">
                <a:tc>
                  <a:txBody>
                    <a:bodyPr/>
                    <a:lstStyle/>
                    <a:p>
                      <a:pPr defTabSz="914400">
                        <a:lnSpc>
                          <a:spcPct val="100000"/>
                        </a:lnSpc>
                      </a:pPr>
                      <a:r>
                        <a:rPr lang="nl-NL" sz="1800" b="1" strike="noStrike" spc="-1">
                          <a:solidFill>
                            <a:schemeClr val="lt1"/>
                          </a:solidFill>
                          <a:latin typeface="Arial"/>
                        </a:rPr>
                        <a:t>Programma</a:t>
                      </a:r>
                      <a:endParaRPr lang="nl-NL" sz="1800" b="0" strike="noStrike" spc="-1">
                        <a:solidFill>
                          <a:srgbClr val="FFFFFF"/>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endParaRPr lang="nl-NL" sz="1800" b="1" strike="noStrike" spc="-1">
                        <a:solidFill>
                          <a:schemeClr val="lt1"/>
                        </a:solidFill>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extLst>
                  <a:ext uri="{0D108BD9-81ED-4DB2-BD59-A6C34878D82A}">
                    <a16:rowId xmlns:a16="http://schemas.microsoft.com/office/drawing/2014/main" val="10000"/>
                  </a:ext>
                </a:extLst>
              </a:tr>
              <a:tr h="388800">
                <a:tc>
                  <a:txBody>
                    <a:bodyPr/>
                    <a:lstStyle/>
                    <a:p>
                      <a:pPr defTabSz="914400">
                        <a:lnSpc>
                          <a:spcPct val="100000"/>
                        </a:lnSpc>
                      </a:pPr>
                      <a:r>
                        <a:rPr lang="nl-NL" sz="1800" b="0" strike="noStrike" spc="-1">
                          <a:solidFill>
                            <a:schemeClr val="dk1"/>
                          </a:solidFill>
                          <a:latin typeface="Arial"/>
                        </a:rPr>
                        <a:t>12.30 - 13.00</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800" b="0" strike="noStrike" spc="-1">
                          <a:solidFill>
                            <a:schemeClr val="dk1"/>
                          </a:solidFill>
                          <a:latin typeface="Arial"/>
                        </a:rPr>
                        <a:t>Lunch</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1"/>
                  </a:ext>
                </a:extLst>
              </a:tr>
              <a:tr h="388800">
                <a:tc>
                  <a:txBody>
                    <a:bodyPr/>
                    <a:lstStyle/>
                    <a:p>
                      <a:pPr defTabSz="914400">
                        <a:lnSpc>
                          <a:spcPct val="100000"/>
                        </a:lnSpc>
                      </a:pPr>
                      <a:r>
                        <a:rPr lang="nl-NL" sz="1800" b="0" strike="noStrike" spc="-1">
                          <a:solidFill>
                            <a:schemeClr val="dk1"/>
                          </a:solidFill>
                          <a:latin typeface="Arial"/>
                        </a:rPr>
                        <a:t>13.00 - 13.10 </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800" b="0" strike="noStrike" spc="-1">
                          <a:solidFill>
                            <a:schemeClr val="dk1"/>
                          </a:solidFill>
                          <a:latin typeface="Arial"/>
                        </a:rPr>
                        <a:t>Opening &amp; kennismaking </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2"/>
                  </a:ext>
                </a:extLst>
              </a:tr>
              <a:tr h="388800">
                <a:tc>
                  <a:txBody>
                    <a:bodyPr/>
                    <a:lstStyle/>
                    <a:p>
                      <a:pPr defTabSz="914400">
                        <a:lnSpc>
                          <a:spcPct val="100000"/>
                        </a:lnSpc>
                      </a:pPr>
                      <a:r>
                        <a:rPr lang="nl-NL" sz="1800" b="0" strike="noStrike" spc="-1">
                          <a:solidFill>
                            <a:schemeClr val="dk1"/>
                          </a:solidFill>
                          <a:latin typeface="Arial"/>
                        </a:rPr>
                        <a:t>13.10 - 13.35</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tabLst>
                          <a:tab pos="0" algn="l"/>
                        </a:tabLst>
                      </a:pPr>
                      <a:r>
                        <a:rPr lang="nl-NL" sz="1800" b="0" strike="noStrike" spc="-1">
                          <a:solidFill>
                            <a:schemeClr val="dk1"/>
                          </a:solidFill>
                          <a:latin typeface="Arial"/>
                        </a:rPr>
                        <a:t>Inleiding &amp; zoekstrategie: waar?</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3"/>
                  </a:ext>
                </a:extLst>
              </a:tr>
              <a:tr h="388800">
                <a:tc>
                  <a:txBody>
                    <a:bodyPr/>
                    <a:lstStyle/>
                    <a:p>
                      <a:pPr defTabSz="914400">
                        <a:lnSpc>
                          <a:spcPct val="100000"/>
                        </a:lnSpc>
                        <a:tabLst>
                          <a:tab pos="0" algn="l"/>
                        </a:tabLst>
                      </a:pPr>
                      <a:r>
                        <a:rPr lang="nl-NL" sz="1800" b="0" strike="noStrike" spc="-1">
                          <a:solidFill>
                            <a:schemeClr val="dk1"/>
                          </a:solidFill>
                          <a:latin typeface="Arial"/>
                        </a:rPr>
                        <a:t>13.35 - 13.50</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800" b="0" strike="noStrike" spc="-1">
                          <a:solidFill>
                            <a:schemeClr val="dk1"/>
                          </a:solidFill>
                          <a:latin typeface="Arial"/>
                        </a:rPr>
                        <a:t>Opdracht 1</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4"/>
                  </a:ext>
                </a:extLst>
              </a:tr>
              <a:tr h="388800">
                <a:tc>
                  <a:txBody>
                    <a:bodyPr/>
                    <a:lstStyle/>
                    <a:p>
                      <a:pPr defTabSz="914400">
                        <a:lnSpc>
                          <a:spcPct val="100000"/>
                        </a:lnSpc>
                        <a:tabLst>
                          <a:tab pos="0" algn="l"/>
                        </a:tabLst>
                      </a:pPr>
                      <a:r>
                        <a:rPr lang="nl-NL" sz="1800" b="0" strike="noStrike" spc="-1">
                          <a:solidFill>
                            <a:schemeClr val="dk1"/>
                          </a:solidFill>
                          <a:latin typeface="Arial"/>
                        </a:rPr>
                        <a:t>13.50 - 14.00</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tabLst>
                          <a:tab pos="0" algn="l"/>
                        </a:tabLst>
                      </a:pPr>
                      <a:r>
                        <a:rPr lang="nl-NL" sz="1800" b="0" strike="noStrike" spc="-1">
                          <a:solidFill>
                            <a:schemeClr val="dk1"/>
                          </a:solidFill>
                          <a:latin typeface="Arial"/>
                        </a:rPr>
                        <a:t>Bespreken opdracht 1</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5"/>
                  </a:ext>
                </a:extLst>
              </a:tr>
              <a:tr h="388800">
                <a:tc>
                  <a:txBody>
                    <a:bodyPr/>
                    <a:lstStyle/>
                    <a:p>
                      <a:pPr defTabSz="914400">
                        <a:lnSpc>
                          <a:spcPct val="100000"/>
                        </a:lnSpc>
                      </a:pPr>
                      <a:r>
                        <a:rPr lang="nl-NL" sz="1800" b="0" strike="noStrike" spc="-1">
                          <a:solidFill>
                            <a:schemeClr val="dk1"/>
                          </a:solidFill>
                          <a:latin typeface="Arial"/>
                        </a:rPr>
                        <a:t>14.00 - 14.10</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tabLst>
                          <a:tab pos="0" algn="l"/>
                        </a:tabLst>
                      </a:pPr>
                      <a:r>
                        <a:rPr lang="nl-NL" sz="1800" b="0" strike="noStrike" spc="-1">
                          <a:solidFill>
                            <a:schemeClr val="dk1"/>
                          </a:solidFill>
                          <a:latin typeface="Arial"/>
                        </a:rPr>
                        <a:t>Pauze</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6"/>
                  </a:ext>
                </a:extLst>
              </a:tr>
              <a:tr h="388800">
                <a:tc>
                  <a:txBody>
                    <a:bodyPr/>
                    <a:lstStyle/>
                    <a:p>
                      <a:pPr defTabSz="914400">
                        <a:lnSpc>
                          <a:spcPct val="100000"/>
                        </a:lnSpc>
                      </a:pPr>
                      <a:r>
                        <a:rPr lang="nl-NL" sz="1800" b="0" strike="noStrike" spc="-1">
                          <a:solidFill>
                            <a:schemeClr val="dk1"/>
                          </a:solidFill>
                          <a:latin typeface="Arial"/>
                        </a:rPr>
                        <a:t>14.10 - 14.25 </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tabLst>
                          <a:tab pos="0" algn="l"/>
                        </a:tabLst>
                      </a:pPr>
                      <a:r>
                        <a:rPr lang="nl-NL" sz="1800" b="0" strike="noStrike" spc="-1">
                          <a:solidFill>
                            <a:schemeClr val="dk1"/>
                          </a:solidFill>
                          <a:latin typeface="Arial"/>
                        </a:rPr>
                        <a:t>Zoeken en documenteren</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7"/>
                  </a:ext>
                </a:extLst>
              </a:tr>
              <a:tr h="388800">
                <a:tc>
                  <a:txBody>
                    <a:bodyPr/>
                    <a:lstStyle/>
                    <a:p>
                      <a:pPr defTabSz="914400">
                        <a:lnSpc>
                          <a:spcPct val="100000"/>
                        </a:lnSpc>
                      </a:pPr>
                      <a:r>
                        <a:rPr lang="nl-NL" sz="1800" b="0" strike="noStrike" spc="-1">
                          <a:solidFill>
                            <a:schemeClr val="dk1"/>
                          </a:solidFill>
                          <a:latin typeface="Arial"/>
                        </a:rPr>
                        <a:t>14.25 - 14.45 </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tabLst>
                          <a:tab pos="0" algn="l"/>
                        </a:tabLst>
                      </a:pPr>
                      <a:r>
                        <a:rPr lang="nl-NL" sz="1800" b="0" strike="noStrike" spc="-1">
                          <a:solidFill>
                            <a:schemeClr val="dk1"/>
                          </a:solidFill>
                          <a:latin typeface="Arial"/>
                        </a:rPr>
                        <a:t>Opdracht 2</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8"/>
                  </a:ext>
                </a:extLst>
              </a:tr>
              <a:tr h="388800">
                <a:tc>
                  <a:txBody>
                    <a:bodyPr/>
                    <a:lstStyle/>
                    <a:p>
                      <a:pPr defTabSz="914400">
                        <a:lnSpc>
                          <a:spcPct val="100000"/>
                        </a:lnSpc>
                      </a:pPr>
                      <a:r>
                        <a:rPr lang="nl-NL" sz="1800" b="0" strike="noStrike" spc="-1">
                          <a:solidFill>
                            <a:schemeClr val="dk1"/>
                          </a:solidFill>
                          <a:latin typeface="Arial"/>
                        </a:rPr>
                        <a:t>14.45 - 14.55 </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tabLst>
                          <a:tab pos="0" algn="l"/>
                        </a:tabLst>
                      </a:pPr>
                      <a:r>
                        <a:rPr lang="nl-NL" sz="1800" b="0" strike="noStrike" spc="-1">
                          <a:solidFill>
                            <a:schemeClr val="dk1"/>
                          </a:solidFill>
                          <a:latin typeface="Arial"/>
                        </a:rPr>
                        <a:t>Bespreken opdracht 2</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9"/>
                  </a:ext>
                </a:extLst>
              </a:tr>
              <a:tr h="388800">
                <a:tc>
                  <a:txBody>
                    <a:bodyPr/>
                    <a:lstStyle/>
                    <a:p>
                      <a:pPr defTabSz="914400">
                        <a:lnSpc>
                          <a:spcPct val="100000"/>
                        </a:lnSpc>
                      </a:pPr>
                      <a:r>
                        <a:rPr lang="nl-NL" sz="1800" b="0" strike="noStrike" spc="-1">
                          <a:solidFill>
                            <a:schemeClr val="dk1"/>
                          </a:solidFill>
                          <a:latin typeface="Arial"/>
                        </a:rPr>
                        <a:t>14.55 - 15.05</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tabLst>
                          <a:tab pos="0" algn="l"/>
                        </a:tabLst>
                      </a:pPr>
                      <a:r>
                        <a:rPr lang="nl-NL" sz="1800" b="0" strike="noStrike" spc="-1">
                          <a:solidFill>
                            <a:schemeClr val="dk1"/>
                          </a:solidFill>
                          <a:latin typeface="Arial"/>
                        </a:rPr>
                        <a:t>Pauze</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10"/>
                  </a:ext>
                </a:extLst>
              </a:tr>
              <a:tr h="388800">
                <a:tc>
                  <a:txBody>
                    <a:bodyPr/>
                    <a:lstStyle/>
                    <a:p>
                      <a:pPr defTabSz="914400">
                        <a:lnSpc>
                          <a:spcPct val="100000"/>
                        </a:lnSpc>
                      </a:pPr>
                      <a:r>
                        <a:rPr lang="nl-NL" sz="1800" b="0" strike="noStrike" spc="-1">
                          <a:solidFill>
                            <a:schemeClr val="dk1"/>
                          </a:solidFill>
                          <a:latin typeface="Arial"/>
                        </a:rPr>
                        <a:t>15.05 - 15.20</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800" b="0" strike="noStrike" spc="-1">
                          <a:solidFill>
                            <a:schemeClr val="dk1"/>
                          </a:solidFill>
                          <a:latin typeface="Arial"/>
                        </a:rPr>
                        <a:t>Beoordelen van datasets</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11"/>
                  </a:ext>
                </a:extLst>
              </a:tr>
              <a:tr h="388800">
                <a:tc>
                  <a:txBody>
                    <a:bodyPr/>
                    <a:lstStyle/>
                    <a:p>
                      <a:pPr defTabSz="914400">
                        <a:lnSpc>
                          <a:spcPct val="100000"/>
                        </a:lnSpc>
                      </a:pPr>
                      <a:r>
                        <a:rPr lang="nl-NL" sz="1800" b="0" strike="noStrike" spc="-1">
                          <a:solidFill>
                            <a:schemeClr val="dk1"/>
                          </a:solidFill>
                          <a:latin typeface="Arial"/>
                        </a:rPr>
                        <a:t>15.20 - 15.40</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tabLst>
                          <a:tab pos="0" algn="l"/>
                        </a:tabLst>
                      </a:pPr>
                      <a:r>
                        <a:rPr lang="nl-NL" sz="1800" b="0" strike="noStrike" spc="-1">
                          <a:solidFill>
                            <a:schemeClr val="dk1"/>
                          </a:solidFill>
                          <a:latin typeface="Arial"/>
                        </a:rPr>
                        <a:t>Opdracht 3</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12"/>
                  </a:ext>
                </a:extLst>
              </a:tr>
              <a:tr h="388800">
                <a:tc>
                  <a:txBody>
                    <a:bodyPr/>
                    <a:lstStyle/>
                    <a:p>
                      <a:pPr defTabSz="914400">
                        <a:lnSpc>
                          <a:spcPct val="100000"/>
                        </a:lnSpc>
                      </a:pPr>
                      <a:r>
                        <a:rPr lang="nl-NL" sz="1800" b="0" strike="noStrike" spc="-1">
                          <a:solidFill>
                            <a:schemeClr val="dk1"/>
                          </a:solidFill>
                          <a:latin typeface="Arial"/>
                        </a:rPr>
                        <a:t>15.40 - 15.50</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tabLst>
                          <a:tab pos="0" algn="l"/>
                        </a:tabLst>
                      </a:pPr>
                      <a:r>
                        <a:rPr lang="nl-NL" sz="1800" b="0" strike="noStrike" spc="-1">
                          <a:solidFill>
                            <a:schemeClr val="dk1"/>
                          </a:solidFill>
                          <a:latin typeface="Arial"/>
                        </a:rPr>
                        <a:t>Bespreken opdracht 3</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13"/>
                  </a:ext>
                </a:extLst>
              </a:tr>
              <a:tr h="388800">
                <a:tc>
                  <a:txBody>
                    <a:bodyPr/>
                    <a:lstStyle/>
                    <a:p>
                      <a:pPr defTabSz="914400">
                        <a:lnSpc>
                          <a:spcPct val="100000"/>
                        </a:lnSpc>
                      </a:pPr>
                      <a:r>
                        <a:rPr lang="nl-NL" sz="1800" b="0" strike="noStrike" spc="-1">
                          <a:solidFill>
                            <a:schemeClr val="dk1"/>
                          </a:solidFill>
                          <a:latin typeface="Arial"/>
                        </a:rPr>
                        <a:t>15.50 - 16.00</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800" b="0" strike="noStrike" spc="-1">
                          <a:solidFill>
                            <a:schemeClr val="dk1"/>
                          </a:solidFill>
                          <a:latin typeface="Arial"/>
                        </a:rPr>
                        <a:t>Wrap-up</a:t>
                      </a:r>
                      <a:endParaRPr lang="nl-NL"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609480" y="70452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0" strike="noStrike" spc="-1">
                <a:solidFill>
                  <a:schemeClr val="dk1"/>
                </a:solidFill>
                <a:latin typeface="Arial"/>
              </a:rPr>
              <a:t>Opening en Kennismaking</a:t>
            </a:r>
          </a:p>
        </p:txBody>
      </p:sp>
      <p:sp>
        <p:nvSpPr>
          <p:cNvPr id="394" name="PlaceHolder 2"/>
          <p:cNvSpPr>
            <a:spLocks noGrp="1"/>
          </p:cNvSpPr>
          <p:nvPr>
            <p:ph/>
          </p:nvPr>
        </p:nvSpPr>
        <p:spPr>
          <a:xfrm>
            <a:off x="609480" y="1604520"/>
            <a:ext cx="10970280" cy="3975120"/>
          </a:xfrm>
          <a:prstGeom prst="rect">
            <a:avLst/>
          </a:prstGeom>
          <a:noFill/>
          <a:ln w="0">
            <a:noFill/>
          </a:ln>
        </p:spPr>
        <p:txBody>
          <a:bodyPr lIns="0" tIns="0" rIns="0" bIns="0" anchor="t">
            <a:noAutofit/>
          </a:bodyPr>
          <a:lstStyle/>
          <a:p>
            <a:pPr indent="0">
              <a:lnSpc>
                <a:spcPct val="90000"/>
              </a:lnSpc>
              <a:spcBef>
                <a:spcPts val="1417"/>
              </a:spcBef>
              <a:buNone/>
            </a:pPr>
            <a:endParaRPr lang="nl-NL" sz="1800" b="0" strike="noStrike" spc="-1">
              <a:solidFill>
                <a:schemeClr val="dk1"/>
              </a:solidFill>
              <a:latin typeface="Arial"/>
            </a:endParaRPr>
          </a:p>
        </p:txBody>
      </p:sp>
      <p:pic>
        <p:nvPicPr>
          <p:cNvPr id="395" name="Afbeelding 2" descr="Diverse gebruikte, vieze honkballen"/>
          <p:cNvPicPr/>
          <p:nvPr/>
        </p:nvPicPr>
        <p:blipFill>
          <a:blip r:embed="rId3"/>
          <a:stretch/>
        </p:blipFill>
        <p:spPr>
          <a:xfrm>
            <a:off x="3136320" y="2113920"/>
            <a:ext cx="5376960" cy="358416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PlaceHolder 1"/>
          <p:cNvSpPr>
            <a:spLocks noGrp="1"/>
          </p:cNvSpPr>
          <p:nvPr>
            <p:ph type="title"/>
          </p:nvPr>
        </p:nvSpPr>
        <p:spPr>
          <a:xfrm>
            <a:off x="609480" y="49680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Inhoud</a:t>
            </a:r>
            <a:endParaRPr lang="nl-NL" sz="4400" b="0" strike="noStrike" spc="-1">
              <a:solidFill>
                <a:schemeClr val="dk1"/>
              </a:solidFill>
              <a:latin typeface="Arial"/>
            </a:endParaRPr>
          </a:p>
        </p:txBody>
      </p:sp>
      <p:graphicFrame>
        <p:nvGraphicFramePr>
          <p:cNvPr id="2" name="Diagram1"/>
          <p:cNvGraphicFramePr/>
          <p:nvPr>
            <p:extLst>
              <p:ext uri="{D42A27DB-BD31-4B8C-83A1-F6EECF244321}">
                <p14:modId xmlns:p14="http://schemas.microsoft.com/office/powerpoint/2010/main" val="1467032084"/>
              </p:ext>
            </p:extLst>
          </p:nvPr>
        </p:nvGraphicFramePr>
        <p:xfrm>
          <a:off x="795600" y="649080"/>
          <a:ext cx="10464120" cy="6664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685800" y="45972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Barlow SemiBold"/>
              </a:rPr>
              <a:t>Data tijdschriften &amp; literatuuronderzoek</a:t>
            </a:r>
            <a:endParaRPr lang="nl-NL" sz="4400" b="0" strike="noStrike" spc="-1">
              <a:solidFill>
                <a:schemeClr val="dk1"/>
              </a:solidFill>
              <a:latin typeface="Arial"/>
            </a:endParaRPr>
          </a:p>
        </p:txBody>
      </p:sp>
      <p:grpSp>
        <p:nvGrpSpPr>
          <p:cNvPr id="398" name="Diagram 1"/>
          <p:cNvGrpSpPr/>
          <p:nvPr/>
        </p:nvGrpSpPr>
        <p:grpSpPr>
          <a:xfrm>
            <a:off x="609480" y="1974600"/>
            <a:ext cx="10972080" cy="3975120"/>
            <a:chOff x="609480" y="1974600"/>
            <a:chExt cx="10972080" cy="3975120"/>
          </a:xfrm>
        </p:grpSpPr>
        <p:sp>
          <p:nvSpPr>
            <p:cNvPr id="399" name="Rechthoek 398"/>
            <p:cNvSpPr/>
            <p:nvPr/>
          </p:nvSpPr>
          <p:spPr>
            <a:xfrm>
              <a:off x="609480" y="1974600"/>
              <a:ext cx="10970280" cy="397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nl-NL" sz="1800" b="0" strike="noStrike" spc="-1">
                <a:solidFill>
                  <a:srgbClr val="000000"/>
                </a:solidFill>
                <a:latin typeface="Calibri"/>
              </a:endParaRPr>
            </a:p>
          </p:txBody>
        </p:sp>
        <p:sp>
          <p:nvSpPr>
            <p:cNvPr id="400" name="Rechthoek: afgeronde bovenhoeken 399"/>
            <p:cNvSpPr/>
            <p:nvPr/>
          </p:nvSpPr>
          <p:spPr>
            <a:xfrm rot="5400000">
              <a:off x="7559280" y="-893880"/>
              <a:ext cx="1023840" cy="7020720"/>
            </a:xfrm>
            <a:prstGeom prst="round2SameRect">
              <a:avLst>
                <a:gd name="adj1" fmla="val 16667"/>
                <a:gd name="adj2" fmla="val 0"/>
              </a:avLst>
            </a:prstGeom>
            <a:solidFill>
              <a:schemeClr val="accent1">
                <a:alpha val="90000"/>
                <a:tint val="40000"/>
                <a:hueOff val="0"/>
                <a:satOff val="0"/>
                <a:lumOff val="0"/>
                <a:alphaOff val="0"/>
              </a:schemeClr>
            </a:solidFill>
            <a:ln>
              <a:noFill/>
            </a:ln>
            <a:scene3d>
              <a:camera prst="orthographicFront"/>
              <a:lightRig rig="flat" dir="t"/>
            </a:scene3d>
            <a:sp3d extrusionH="12700" prstMaterial="plastic">
              <a:bevelT w="50800" h="50800"/>
            </a:sp3d>
          </p:spPr>
          <p:style>
            <a:lnRef idx="1">
              <a:scrgbClr r="0" g="0" b="0"/>
            </a:lnRef>
            <a:fillRef idx="0">
              <a:scrgbClr r="0" g="0" b="0"/>
            </a:fillRef>
            <a:effectRef idx="2">
              <a:scrgbClr r="0" g="0" b="0"/>
            </a:effectRef>
            <a:fontRef idx="minor"/>
          </p:style>
          <p:txBody>
            <a:bodyPr rot="-5400000" lIns="-2968560" tIns="3038400" rIns="-2918520" bIns="3088440" numCol="1" spcCol="1440" anchor="ctr">
              <a:noAutofit/>
            </a:bodyPr>
            <a:lstStyle/>
            <a:p>
              <a:pPr marL="228600" lvl="1" indent="-228600" defTabSz="933480">
                <a:lnSpc>
                  <a:spcPct val="90000"/>
                </a:lnSpc>
                <a:spcAft>
                  <a:spcPts val="315"/>
                </a:spcAft>
                <a:buClr>
                  <a:srgbClr val="000000"/>
                </a:buClr>
                <a:buFont typeface="Symbol" charset="2"/>
                <a:buChar char=""/>
              </a:pPr>
              <a:r>
                <a:rPr lang="nl-NL" sz="2100" b="0" strike="noStrike" spc="-1">
                  <a:solidFill>
                    <a:srgbClr val="000000"/>
                  </a:solidFill>
                  <a:latin typeface="Arial"/>
                </a:rPr>
                <a:t>Een peer review artikel waarin een dataverzameling wordt besproken in plaats van de onderzoeksresultaten.</a:t>
              </a:r>
              <a:endParaRPr lang="nl-NL" sz="2100" b="0" strike="noStrike" spc="-1">
                <a:solidFill>
                  <a:srgbClr val="000000"/>
                </a:solidFill>
                <a:latin typeface="Calibri"/>
              </a:endParaRPr>
            </a:p>
          </p:txBody>
        </p:sp>
        <p:sp>
          <p:nvSpPr>
            <p:cNvPr id="401" name="Rechthoek: afgeronde hoeken 400"/>
            <p:cNvSpPr/>
            <p:nvPr/>
          </p:nvSpPr>
          <p:spPr>
            <a:xfrm>
              <a:off x="609480" y="1976400"/>
              <a:ext cx="3948480" cy="1280160"/>
            </a:xfrm>
            <a:prstGeom prst="roundRect">
              <a:avLst>
                <a:gd name="adj" fmla="val 16667"/>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144720" tIns="72360" rIns="144720" bIns="72360" numCol="1" spcCol="1440" anchor="ctr">
              <a:noAutofit/>
            </a:bodyPr>
            <a:lstStyle/>
            <a:p>
              <a:pPr algn="ctr" defTabSz="1689120">
                <a:lnSpc>
                  <a:spcPct val="90000"/>
                </a:lnSpc>
                <a:spcAft>
                  <a:spcPts val="1329"/>
                </a:spcAft>
                <a:tabLst>
                  <a:tab pos="0" algn="l"/>
                </a:tabLst>
              </a:pPr>
              <a:r>
                <a:rPr lang="nl-NL" sz="3800" b="0" strike="noStrike" spc="-1">
                  <a:solidFill>
                    <a:schemeClr val="lt1"/>
                  </a:solidFill>
                  <a:latin typeface="Arial"/>
                </a:rPr>
                <a:t>Data paper  </a:t>
              </a:r>
              <a:endParaRPr lang="nl-NL" sz="3800" b="0" strike="noStrike" spc="-1">
                <a:solidFill>
                  <a:srgbClr val="000000"/>
                </a:solidFill>
                <a:latin typeface="Calibri"/>
              </a:endParaRPr>
            </a:p>
          </p:txBody>
        </p:sp>
        <p:sp>
          <p:nvSpPr>
            <p:cNvPr id="402" name="Rechthoek: afgeronde bovenhoeken 401"/>
            <p:cNvSpPr/>
            <p:nvPr/>
          </p:nvSpPr>
          <p:spPr>
            <a:xfrm rot="5400000">
              <a:off x="7559280" y="450360"/>
              <a:ext cx="1023840" cy="7020720"/>
            </a:xfrm>
            <a:prstGeom prst="round2SameRect">
              <a:avLst>
                <a:gd name="adj1" fmla="val 16667"/>
                <a:gd name="adj2" fmla="val 0"/>
              </a:avLst>
            </a:prstGeom>
            <a:solidFill>
              <a:schemeClr val="accent1">
                <a:alpha val="90000"/>
                <a:tint val="40000"/>
                <a:hueOff val="0"/>
                <a:satOff val="0"/>
                <a:lumOff val="0"/>
                <a:alphaOff val="0"/>
              </a:schemeClr>
            </a:solidFill>
            <a:ln>
              <a:noFill/>
            </a:ln>
            <a:scene3d>
              <a:camera prst="orthographicFront"/>
              <a:lightRig rig="flat" dir="t"/>
            </a:scene3d>
            <a:sp3d extrusionH="12700" prstMaterial="plastic">
              <a:bevelT w="50800" h="50800"/>
            </a:sp3d>
          </p:spPr>
          <p:style>
            <a:lnRef idx="1">
              <a:scrgbClr r="0" g="0" b="0"/>
            </a:lnRef>
            <a:fillRef idx="0">
              <a:scrgbClr r="0" g="0" b="0"/>
            </a:fillRef>
            <a:effectRef idx="2">
              <a:scrgbClr r="0" g="0" b="0"/>
            </a:effectRef>
            <a:fontRef idx="minor"/>
          </p:style>
          <p:txBody>
            <a:bodyPr rot="-5400000" lIns="-2968560" tIns="3038400" rIns="-2918520" bIns="3088440" numCol="1" spcCol="1440" anchor="ctr">
              <a:noAutofit/>
            </a:bodyPr>
            <a:lstStyle/>
            <a:p>
              <a:pPr marL="228600" lvl="1" indent="-228600" defTabSz="933480">
                <a:lnSpc>
                  <a:spcPct val="90000"/>
                </a:lnSpc>
                <a:spcAft>
                  <a:spcPts val="315"/>
                </a:spcAft>
                <a:buClr>
                  <a:srgbClr val="000000"/>
                </a:buClr>
                <a:buFont typeface="Symbol" charset="2"/>
                <a:buChar char=""/>
              </a:pPr>
              <a:r>
                <a:rPr lang="nl-NL" sz="2100" b="0" strike="noStrike" spc="-1">
                  <a:solidFill>
                    <a:srgbClr val="000000"/>
                  </a:solidFill>
                  <a:latin typeface="Arial"/>
                </a:rPr>
                <a:t> Een tijdschrift dat uitzonderlijk of gedeeltelijk datagerichte artikelen publiceert</a:t>
              </a:r>
              <a:endParaRPr lang="nl-NL" sz="2100" b="0" strike="noStrike" spc="-1">
                <a:solidFill>
                  <a:srgbClr val="000000"/>
                </a:solidFill>
                <a:latin typeface="Calibri"/>
              </a:endParaRPr>
            </a:p>
          </p:txBody>
        </p:sp>
        <p:sp>
          <p:nvSpPr>
            <p:cNvPr id="403" name="Rechthoek: afgeronde hoeken 402"/>
            <p:cNvSpPr/>
            <p:nvPr/>
          </p:nvSpPr>
          <p:spPr>
            <a:xfrm>
              <a:off x="609480" y="3322080"/>
              <a:ext cx="3948480" cy="1280160"/>
            </a:xfrm>
            <a:prstGeom prst="roundRect">
              <a:avLst>
                <a:gd name="adj" fmla="val 16667"/>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144720" tIns="72360" rIns="144720" bIns="72360" numCol="1" spcCol="1440" anchor="ctr">
              <a:noAutofit/>
            </a:bodyPr>
            <a:lstStyle/>
            <a:p>
              <a:pPr algn="ctr" defTabSz="1689120">
                <a:lnSpc>
                  <a:spcPct val="90000"/>
                </a:lnSpc>
                <a:spcAft>
                  <a:spcPts val="1329"/>
                </a:spcAft>
                <a:tabLst>
                  <a:tab pos="0" algn="l"/>
                </a:tabLst>
              </a:pPr>
              <a:r>
                <a:rPr lang="nl-NL" sz="3800" b="0" strike="noStrike" spc="-1">
                  <a:solidFill>
                    <a:schemeClr val="lt1"/>
                  </a:solidFill>
                  <a:latin typeface="Arial"/>
                </a:rPr>
                <a:t>Datatijdschrift</a:t>
              </a:r>
              <a:endParaRPr lang="nl-NL" sz="3800" b="0" strike="noStrike" spc="-1">
                <a:solidFill>
                  <a:srgbClr val="000000"/>
                </a:solidFill>
                <a:latin typeface="Calibri"/>
              </a:endParaRPr>
            </a:p>
          </p:txBody>
        </p:sp>
        <p:sp>
          <p:nvSpPr>
            <p:cNvPr id="404" name="Rechthoek: afgeronde bovenhoeken 403"/>
            <p:cNvSpPr/>
            <p:nvPr/>
          </p:nvSpPr>
          <p:spPr>
            <a:xfrm rot="5400000">
              <a:off x="7559280" y="1796400"/>
              <a:ext cx="1023840" cy="7020720"/>
            </a:xfrm>
            <a:prstGeom prst="round2SameRect">
              <a:avLst>
                <a:gd name="adj1" fmla="val 16667"/>
                <a:gd name="adj2" fmla="val 0"/>
              </a:avLst>
            </a:prstGeom>
            <a:solidFill>
              <a:schemeClr val="accent1">
                <a:alpha val="90000"/>
                <a:tint val="40000"/>
                <a:hueOff val="0"/>
                <a:satOff val="0"/>
                <a:lumOff val="0"/>
                <a:alphaOff val="0"/>
              </a:schemeClr>
            </a:solidFill>
            <a:ln>
              <a:noFill/>
            </a:ln>
            <a:scene3d>
              <a:camera prst="orthographicFront"/>
              <a:lightRig rig="flat" dir="t"/>
            </a:scene3d>
            <a:sp3d extrusionH="12700" prstMaterial="plastic">
              <a:bevelT w="50800" h="50800"/>
            </a:sp3d>
          </p:spPr>
          <p:style>
            <a:lnRef idx="1">
              <a:scrgbClr r="0" g="0" b="0"/>
            </a:lnRef>
            <a:fillRef idx="0">
              <a:scrgbClr r="0" g="0" b="0"/>
            </a:fillRef>
            <a:effectRef idx="2">
              <a:scrgbClr r="0" g="0" b="0"/>
            </a:effectRef>
            <a:fontRef idx="minor"/>
          </p:style>
          <p:txBody>
            <a:bodyPr rot="-5400000" lIns="-2968560" tIns="3038400" rIns="-2918520" bIns="3088440" numCol="1" spcCol="1440" anchor="ctr">
              <a:noAutofit/>
            </a:bodyPr>
            <a:lstStyle/>
            <a:p>
              <a:pPr marL="228600" lvl="1" indent="-228600" defTabSz="933480">
                <a:lnSpc>
                  <a:spcPct val="90000"/>
                </a:lnSpc>
                <a:spcAft>
                  <a:spcPts val="315"/>
                </a:spcAft>
                <a:buClr>
                  <a:srgbClr val="000000"/>
                </a:buClr>
                <a:buFont typeface="Symbol" charset="2"/>
                <a:buChar char=""/>
              </a:pPr>
              <a:r>
                <a:rPr lang="nl-NL" sz="2100" b="0" strike="noStrike" spc="-1">
                  <a:solidFill>
                    <a:srgbClr val="000000"/>
                  </a:solidFill>
                  <a:latin typeface="Arial"/>
                </a:rPr>
                <a:t>Dit document beschrijft een dataset die informatie over 135 datatijdschriften verzamelt.</a:t>
              </a:r>
              <a:endParaRPr lang="nl-NL" sz="2100" b="0" strike="noStrike" spc="-1">
                <a:solidFill>
                  <a:srgbClr val="000000"/>
                </a:solidFill>
                <a:latin typeface="Calibri"/>
              </a:endParaRPr>
            </a:p>
          </p:txBody>
        </p:sp>
        <p:sp>
          <p:nvSpPr>
            <p:cNvPr id="405" name="Rechthoek: afgeronde hoeken 404"/>
            <p:cNvSpPr/>
            <p:nvPr/>
          </p:nvSpPr>
          <p:spPr>
            <a:xfrm>
              <a:off x="609480" y="4668120"/>
              <a:ext cx="3948480" cy="1280160"/>
            </a:xfrm>
            <a:prstGeom prst="roundRect">
              <a:avLst>
                <a:gd name="adj" fmla="val 16667"/>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144720" tIns="72360" rIns="144720" bIns="72360" numCol="1" spcCol="1440" anchor="ctr">
              <a:noAutofit/>
            </a:bodyPr>
            <a:lstStyle/>
            <a:p>
              <a:pPr algn="ctr" defTabSz="1689120">
                <a:lnSpc>
                  <a:spcPct val="90000"/>
                </a:lnSpc>
                <a:spcAft>
                  <a:spcPts val="1329"/>
                </a:spcAft>
                <a:tabLst>
                  <a:tab pos="0" algn="l"/>
                </a:tabLst>
              </a:pPr>
              <a:r>
                <a:rPr lang="nl-NL" sz="3800" b="0" u="sng" strike="noStrike" spc="-1">
                  <a:solidFill>
                    <a:schemeClr val="lt1"/>
                  </a:solidFill>
                  <a:uFillTx/>
                  <a:latin typeface="Arial"/>
                </a:rPr>
                <a:t>Lijst van data tijdschriften</a:t>
              </a:r>
              <a:endParaRPr lang="nl-NL" sz="3800" b="0" strike="noStrike" spc="-1">
                <a:solidFill>
                  <a:srgbClr val="000000"/>
                </a:solidFill>
                <a:latin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4158360" y="2763360"/>
            <a:ext cx="467856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4400" b="0" strike="noStrike" spc="-1">
                <a:solidFill>
                  <a:schemeClr val="lt1"/>
                </a:solidFill>
                <a:latin typeface="Arial"/>
              </a:rPr>
              <a:t> Inleiding</a:t>
            </a:r>
            <a:endParaRPr lang="nl-NL" sz="4400" b="0" strike="noStrike" spc="-1">
              <a:solidFill>
                <a:schemeClr val="dk1"/>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PlaceHolder 1"/>
          <p:cNvSpPr>
            <a:spLocks noGrp="1"/>
          </p:cNvSpPr>
          <p:nvPr>
            <p:ph type="title"/>
          </p:nvPr>
        </p:nvSpPr>
        <p:spPr>
          <a:xfrm>
            <a:off x="609840" y="52488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Definitie</a:t>
            </a:r>
            <a:endParaRPr lang="nl-NL" sz="4400" b="0" strike="noStrike" spc="-1">
              <a:solidFill>
                <a:schemeClr val="dk1"/>
              </a:solidFill>
              <a:latin typeface="Arial"/>
            </a:endParaRPr>
          </a:p>
        </p:txBody>
      </p:sp>
      <p:graphicFrame>
        <p:nvGraphicFramePr>
          <p:cNvPr id="2" name="Diagram2"/>
          <p:cNvGraphicFramePr/>
          <p:nvPr>
            <p:extLst>
              <p:ext uri="{D42A27DB-BD31-4B8C-83A1-F6EECF244321}">
                <p14:modId xmlns:p14="http://schemas.microsoft.com/office/powerpoint/2010/main" val="3314652201"/>
              </p:ext>
            </p:extLst>
          </p:nvPr>
        </p:nvGraphicFramePr>
        <p:xfrm>
          <a:off x="1070280" y="1801800"/>
          <a:ext cx="10970280" cy="3975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3"/>
          <p:cNvGraphicFramePr/>
          <p:nvPr>
            <p:extLst>
              <p:ext uri="{D42A27DB-BD31-4B8C-83A1-F6EECF244321}">
                <p14:modId xmlns:p14="http://schemas.microsoft.com/office/powerpoint/2010/main" val="2765786837"/>
              </p:ext>
            </p:extLst>
          </p:nvPr>
        </p:nvGraphicFramePr>
        <p:xfrm>
          <a:off x="888480" y="1443960"/>
          <a:ext cx="10413360" cy="4137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4"/>
          <p:cNvGraphicFramePr/>
          <p:nvPr>
            <p:extLst>
              <p:ext uri="{D42A27DB-BD31-4B8C-83A1-F6EECF244321}">
                <p14:modId xmlns:p14="http://schemas.microsoft.com/office/powerpoint/2010/main" val="1920566588"/>
              </p:ext>
            </p:extLst>
          </p:nvPr>
        </p:nvGraphicFramePr>
        <p:xfrm>
          <a:off x="489960" y="2742120"/>
          <a:ext cx="11254320" cy="233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609480" y="54576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Barlow"/>
              </a:rPr>
              <a:t>Workflow</a:t>
            </a:r>
            <a:endParaRPr lang="nl-NL" sz="4400" b="0" strike="noStrike" spc="-1">
              <a:solidFill>
                <a:schemeClr val="dk1"/>
              </a:solidFill>
              <a:latin typeface="Arial"/>
            </a:endParaRPr>
          </a:p>
        </p:txBody>
      </p:sp>
      <p:graphicFrame>
        <p:nvGraphicFramePr>
          <p:cNvPr id="5" name="Diagram5"/>
          <p:cNvGraphicFramePr/>
          <p:nvPr>
            <p:extLst>
              <p:ext uri="{D42A27DB-BD31-4B8C-83A1-F6EECF244321}">
                <p14:modId xmlns:p14="http://schemas.microsoft.com/office/powerpoint/2010/main" val="3022363342"/>
              </p:ext>
            </p:extLst>
          </p:nvPr>
        </p:nvGraphicFramePr>
        <p:xfrm>
          <a:off x="155520" y="1024200"/>
          <a:ext cx="12034800" cy="5201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672120" y="1026000"/>
            <a:ext cx="1041336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500" b="1" strike="noStrike" spc="-1">
                <a:solidFill>
                  <a:schemeClr val="accent1"/>
                </a:solidFill>
                <a:latin typeface="Arial"/>
              </a:rPr>
              <a:t>Zoekstrategie dataset vs. zoekstrategie literatuur</a:t>
            </a:r>
            <a:endParaRPr lang="nl-NL" sz="2500" b="0" strike="noStrike" spc="-1">
              <a:solidFill>
                <a:schemeClr val="dk1"/>
              </a:solidFill>
              <a:latin typeface="Arial"/>
            </a:endParaRPr>
          </a:p>
        </p:txBody>
      </p:sp>
      <p:pic>
        <p:nvPicPr>
          <p:cNvPr id="410" name="Picture 4"/>
          <p:cNvPicPr/>
          <p:nvPr/>
        </p:nvPicPr>
        <p:blipFill>
          <a:blip r:embed="rId2"/>
          <a:stretch/>
        </p:blipFill>
        <p:spPr>
          <a:xfrm>
            <a:off x="3468600" y="1579320"/>
            <a:ext cx="4820400" cy="4502520"/>
          </a:xfrm>
          <a:prstGeom prst="rect">
            <a:avLst/>
          </a:prstGeom>
          <a:noFill/>
          <a:ln w="0">
            <a:noFill/>
          </a:ln>
        </p:spPr>
      </p:pic>
      <p:sp>
        <p:nvSpPr>
          <p:cNvPr id="411" name="Tekstvak 2"/>
          <p:cNvSpPr/>
          <p:nvPr/>
        </p:nvSpPr>
        <p:spPr>
          <a:xfrm>
            <a:off x="1858320" y="6196320"/>
            <a:ext cx="1227240" cy="2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000" b="0" strike="noStrike" spc="-1">
                <a:solidFill>
                  <a:schemeClr val="dk1"/>
                </a:solidFill>
                <a:latin typeface="Arial"/>
              </a:rPr>
              <a:t>Napkin. AI</a:t>
            </a:r>
            <a:endParaRPr lang="nl-NL" sz="1000" b="0" strike="noStrike" spc="-1">
              <a:solidFill>
                <a:srgbClr val="000000"/>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PlaceHolder 1"/>
          <p:cNvSpPr>
            <a:spLocks noGrp="1"/>
          </p:cNvSpPr>
          <p:nvPr>
            <p:ph/>
          </p:nvPr>
        </p:nvSpPr>
        <p:spPr>
          <a:xfrm>
            <a:off x="236520" y="2558520"/>
            <a:ext cx="10413360" cy="1060560"/>
          </a:xfrm>
          <a:prstGeom prst="rect">
            <a:avLst/>
          </a:prstGeom>
          <a:noFill/>
          <a:ln w="0">
            <a:noFill/>
          </a:ln>
        </p:spPr>
        <p:txBody>
          <a:bodyPr lIns="0" tIns="0" rIns="0" bIns="0" anchor="t">
            <a:noAutofit/>
          </a:bodyPr>
          <a:lstStyle/>
          <a:p>
            <a:pPr indent="0" algn="ctr" defTabSz="914400">
              <a:lnSpc>
                <a:spcPct val="90000"/>
              </a:lnSpc>
              <a:spcBef>
                <a:spcPts val="1001"/>
              </a:spcBef>
              <a:buNone/>
              <a:tabLst>
                <a:tab pos="0" algn="l"/>
              </a:tabLst>
            </a:pPr>
            <a:r>
              <a:rPr lang="nl-NL" sz="4000" b="0" strike="noStrike" spc="-1">
                <a:solidFill>
                  <a:schemeClr val="lt1"/>
                </a:solidFill>
                <a:latin typeface="Arial"/>
              </a:rPr>
              <a:t> Waar zoek ik</a:t>
            </a:r>
            <a:endParaRPr lang="nl-NL" sz="4000" b="0" strike="noStrike" spc="-1">
              <a:solidFill>
                <a:schemeClr val="dk1"/>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439920" y="90792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Wat zoek ik</a:t>
            </a:r>
            <a:endParaRPr lang="nl-NL" sz="4400" b="0" strike="noStrike" spc="-1">
              <a:solidFill>
                <a:schemeClr val="dk1"/>
              </a:solidFill>
              <a:latin typeface="Arial"/>
            </a:endParaRPr>
          </a:p>
        </p:txBody>
      </p:sp>
      <p:graphicFrame>
        <p:nvGraphicFramePr>
          <p:cNvPr id="6" name="Diagram6"/>
          <p:cNvGraphicFramePr/>
          <p:nvPr>
            <p:extLst>
              <p:ext uri="{D42A27DB-BD31-4B8C-83A1-F6EECF244321}">
                <p14:modId xmlns:p14="http://schemas.microsoft.com/office/powerpoint/2010/main" val="819767438"/>
              </p:ext>
            </p:extLst>
          </p:nvPr>
        </p:nvGraphicFramePr>
        <p:xfrm>
          <a:off x="337680" y="1479960"/>
          <a:ext cx="11513880" cy="4408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PlaceHolder 1"/>
          <p:cNvSpPr>
            <a:spLocks noGrp="1"/>
          </p:cNvSpPr>
          <p:nvPr>
            <p:ph type="title"/>
          </p:nvPr>
        </p:nvSpPr>
        <p:spPr>
          <a:xfrm>
            <a:off x="609480" y="72360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3200" b="1" strike="noStrike" spc="-1">
                <a:solidFill>
                  <a:schemeClr val="accent1">
                    <a:lumMod val="75000"/>
                  </a:schemeClr>
                </a:solidFill>
                <a:latin typeface="Arial"/>
              </a:rPr>
              <a:t>Waar zoek ik: een overzicht</a:t>
            </a:r>
            <a:endParaRPr lang="nl-NL" sz="3200" b="0" strike="noStrike" spc="-1">
              <a:solidFill>
                <a:schemeClr val="dk1"/>
              </a:solidFill>
              <a:latin typeface="Arial"/>
            </a:endParaRPr>
          </a:p>
        </p:txBody>
      </p:sp>
      <p:grpSp>
        <p:nvGrpSpPr>
          <p:cNvPr id="415" name="Diagram7"/>
          <p:cNvGrpSpPr/>
          <p:nvPr/>
        </p:nvGrpSpPr>
        <p:grpSpPr>
          <a:xfrm>
            <a:off x="609480" y="1943640"/>
            <a:ext cx="10970280" cy="3975120"/>
            <a:chOff x="609480" y="1943640"/>
            <a:chExt cx="10970280" cy="3975120"/>
          </a:xfrm>
        </p:grpSpPr>
        <p:sp>
          <p:nvSpPr>
            <p:cNvPr id="416" name="Rechthoek 415"/>
            <p:cNvSpPr/>
            <p:nvPr/>
          </p:nvSpPr>
          <p:spPr>
            <a:xfrm>
              <a:off x="609480" y="1943640"/>
              <a:ext cx="10970280" cy="397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nl-NL" sz="1800" b="0" strike="noStrike" spc="-1">
                <a:solidFill>
                  <a:srgbClr val="000000"/>
                </a:solidFill>
                <a:latin typeface="Calibri"/>
              </a:endParaRPr>
            </a:p>
          </p:txBody>
        </p:sp>
        <p:sp>
          <p:nvSpPr>
            <p:cNvPr id="417" name="Rechthoek 416"/>
            <p:cNvSpPr/>
            <p:nvPr/>
          </p:nvSpPr>
          <p:spPr>
            <a:xfrm>
              <a:off x="613080" y="2612160"/>
              <a:ext cx="2029320" cy="1217160"/>
            </a:xfrm>
            <a:prstGeom prst="rect">
              <a:avLst/>
            </a:prstGeom>
            <a:solidFill>
              <a:schemeClr val="accent1">
                <a:hueOff val="0"/>
                <a:satOff val="0"/>
                <a:lumOff val="0"/>
                <a:alphaOff val="0"/>
              </a:schemeClr>
            </a:solidFill>
            <a:ln>
              <a:noFill/>
            </a:ln>
            <a:effectLst>
              <a:outerShdw blurRad="44280" dist="28080" dir="5400000" algn="ctr" rotWithShape="0">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0">
              <a:scrgbClr r="0" g="0" b="0"/>
            </a:fillRef>
            <a:effectRef idx="0">
              <a:scrgbClr r="0" g="0" b="0"/>
            </a:effectRef>
            <a:fontRef idx="minor"/>
          </p:style>
          <p:txBody>
            <a:bodyPr lIns="64800" tIns="64800" rIns="64800" bIns="64800" numCol="1" spcCol="1440" anchor="ctr">
              <a:noAutofit/>
            </a:bodyPr>
            <a:lstStyle/>
            <a:p>
              <a:pPr algn="ctr" defTabSz="755640">
                <a:lnSpc>
                  <a:spcPct val="90000"/>
                </a:lnSpc>
                <a:spcAft>
                  <a:spcPts val="595"/>
                </a:spcAft>
                <a:tabLst>
                  <a:tab pos="0" algn="l"/>
                </a:tabLst>
              </a:pPr>
              <a:r>
                <a:rPr lang="nl-NL" sz="1700" b="0" strike="noStrike" spc="-1">
                  <a:solidFill>
                    <a:schemeClr val="lt1"/>
                  </a:solidFill>
                  <a:latin typeface="Arial"/>
                </a:rPr>
                <a:t>Registers van data repositories</a:t>
              </a:r>
              <a:endParaRPr lang="nl-NL" sz="1700" b="0" strike="noStrike" spc="-1">
                <a:solidFill>
                  <a:srgbClr val="FFFFFF"/>
                </a:solidFill>
                <a:latin typeface="Calibri"/>
              </a:endParaRPr>
            </a:p>
          </p:txBody>
        </p:sp>
        <p:sp>
          <p:nvSpPr>
            <p:cNvPr id="418" name="Rechthoek 417"/>
            <p:cNvSpPr/>
            <p:nvPr/>
          </p:nvSpPr>
          <p:spPr>
            <a:xfrm>
              <a:off x="2846880" y="2612160"/>
              <a:ext cx="2029320" cy="1217160"/>
            </a:xfrm>
            <a:prstGeom prst="rect">
              <a:avLst/>
            </a:prstGeom>
            <a:solidFill>
              <a:schemeClr val="accent1">
                <a:hueOff val="0"/>
                <a:satOff val="0"/>
                <a:lumOff val="0"/>
                <a:alphaOff val="0"/>
              </a:schemeClr>
            </a:solidFill>
            <a:ln>
              <a:noFill/>
            </a:ln>
            <a:effectLst>
              <a:outerShdw blurRad="44280" dist="28080" dir="5400000" algn="ctr" rotWithShape="0">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0">
              <a:scrgbClr r="0" g="0" b="0"/>
            </a:fillRef>
            <a:effectRef idx="0">
              <a:scrgbClr r="0" g="0" b="0"/>
            </a:effectRef>
            <a:fontRef idx="minor"/>
          </p:style>
          <p:txBody>
            <a:bodyPr lIns="64800" tIns="64800" rIns="64800" bIns="64800" numCol="1" spcCol="1440" anchor="ctr">
              <a:noAutofit/>
            </a:bodyPr>
            <a:lstStyle/>
            <a:p>
              <a:pPr algn="ctr" defTabSz="755640">
                <a:lnSpc>
                  <a:spcPct val="90000"/>
                </a:lnSpc>
                <a:spcAft>
                  <a:spcPts val="595"/>
                </a:spcAft>
                <a:tabLst>
                  <a:tab pos="0" algn="l"/>
                </a:tabLst>
              </a:pPr>
              <a:r>
                <a:rPr lang="nl-NL" sz="1700" b="0" strike="noStrike" spc="-1">
                  <a:solidFill>
                    <a:schemeClr val="lt1"/>
                  </a:solidFill>
                  <a:latin typeface="Arial"/>
                </a:rPr>
                <a:t>Generieke zoekmachines</a:t>
              </a:r>
              <a:endParaRPr lang="nl-NL" sz="1700" b="0" strike="noStrike" spc="-1">
                <a:solidFill>
                  <a:srgbClr val="FFFFFF"/>
                </a:solidFill>
                <a:latin typeface="Calibri"/>
              </a:endParaRPr>
            </a:p>
          </p:txBody>
        </p:sp>
        <p:sp>
          <p:nvSpPr>
            <p:cNvPr id="419" name="Rechthoek 418"/>
            <p:cNvSpPr/>
            <p:nvPr/>
          </p:nvSpPr>
          <p:spPr>
            <a:xfrm>
              <a:off x="5080320" y="2612160"/>
              <a:ext cx="2029320" cy="1217160"/>
            </a:xfrm>
            <a:prstGeom prst="rect">
              <a:avLst/>
            </a:prstGeom>
            <a:solidFill>
              <a:schemeClr val="accent1">
                <a:hueOff val="0"/>
                <a:satOff val="0"/>
                <a:lumOff val="0"/>
                <a:alphaOff val="0"/>
              </a:schemeClr>
            </a:solidFill>
            <a:ln>
              <a:noFill/>
            </a:ln>
            <a:effectLst>
              <a:outerShdw blurRad="44280" dist="28080" dir="5400000" algn="ctr" rotWithShape="0">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0">
              <a:scrgbClr r="0" g="0" b="0"/>
            </a:fillRef>
            <a:effectRef idx="0">
              <a:scrgbClr r="0" g="0" b="0"/>
            </a:effectRef>
            <a:fontRef idx="minor"/>
          </p:style>
          <p:txBody>
            <a:bodyPr lIns="64800" tIns="64800" rIns="64800" bIns="64800" numCol="1" spcCol="1440" anchor="ctr">
              <a:noAutofit/>
            </a:bodyPr>
            <a:lstStyle/>
            <a:p>
              <a:pPr algn="ctr" defTabSz="755640">
                <a:lnSpc>
                  <a:spcPct val="90000"/>
                </a:lnSpc>
                <a:spcAft>
                  <a:spcPts val="595"/>
                </a:spcAft>
                <a:tabLst>
                  <a:tab pos="0" algn="l"/>
                </a:tabLst>
              </a:pPr>
              <a:r>
                <a:rPr lang="nl-NL" sz="1700" b="0" strike="noStrike" spc="-1">
                  <a:solidFill>
                    <a:schemeClr val="lt1"/>
                  </a:solidFill>
                  <a:latin typeface="Arial"/>
                </a:rPr>
                <a:t>Vakspecifieke zoekmachines</a:t>
              </a:r>
              <a:endParaRPr lang="nl-NL" sz="1700" b="0" strike="noStrike" spc="-1">
                <a:solidFill>
                  <a:srgbClr val="FFFFFF"/>
                </a:solidFill>
                <a:latin typeface="Calibri"/>
              </a:endParaRPr>
            </a:p>
          </p:txBody>
        </p:sp>
        <p:sp>
          <p:nvSpPr>
            <p:cNvPr id="420" name="Rechthoek 419"/>
            <p:cNvSpPr/>
            <p:nvPr/>
          </p:nvSpPr>
          <p:spPr>
            <a:xfrm>
              <a:off x="7313760" y="2612160"/>
              <a:ext cx="2029320" cy="1217160"/>
            </a:xfrm>
            <a:prstGeom prst="rect">
              <a:avLst/>
            </a:prstGeom>
            <a:solidFill>
              <a:schemeClr val="accent1">
                <a:hueOff val="0"/>
                <a:satOff val="0"/>
                <a:lumOff val="0"/>
                <a:alphaOff val="0"/>
              </a:schemeClr>
            </a:solidFill>
            <a:ln>
              <a:noFill/>
            </a:ln>
            <a:effectLst>
              <a:outerShdw blurRad="44280" dist="28080" dir="5400000" algn="ctr" rotWithShape="0">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0">
              <a:scrgbClr r="0" g="0" b="0"/>
            </a:fillRef>
            <a:effectRef idx="0">
              <a:scrgbClr r="0" g="0" b="0"/>
            </a:effectRef>
            <a:fontRef idx="minor"/>
          </p:style>
          <p:txBody>
            <a:bodyPr lIns="64800" tIns="64800" rIns="64800" bIns="64800" numCol="1" spcCol="1440" anchor="ctr">
              <a:noAutofit/>
            </a:bodyPr>
            <a:lstStyle/>
            <a:p>
              <a:pPr algn="ctr" defTabSz="755640">
                <a:lnSpc>
                  <a:spcPct val="90000"/>
                </a:lnSpc>
                <a:spcAft>
                  <a:spcPts val="595"/>
                </a:spcAft>
                <a:tabLst>
                  <a:tab pos="0" algn="l"/>
                </a:tabLst>
              </a:pPr>
              <a:r>
                <a:rPr lang="nl-NL" sz="1700" b="0" strike="noStrike" spc="-1">
                  <a:solidFill>
                    <a:schemeClr val="lt1"/>
                  </a:solidFill>
                  <a:latin typeface="Arial"/>
                </a:rPr>
                <a:t>Nederlandse data repositories</a:t>
              </a:r>
              <a:endParaRPr lang="nl-NL" sz="1700" b="0" strike="noStrike" spc="-1">
                <a:solidFill>
                  <a:srgbClr val="FFFFFF"/>
                </a:solidFill>
                <a:latin typeface="Calibri"/>
              </a:endParaRPr>
            </a:p>
          </p:txBody>
        </p:sp>
        <p:sp>
          <p:nvSpPr>
            <p:cNvPr id="421" name="Rechthoek 420"/>
            <p:cNvSpPr/>
            <p:nvPr/>
          </p:nvSpPr>
          <p:spPr>
            <a:xfrm>
              <a:off x="9547200" y="2612160"/>
              <a:ext cx="2029320" cy="1217160"/>
            </a:xfrm>
            <a:prstGeom prst="rect">
              <a:avLst/>
            </a:prstGeom>
            <a:solidFill>
              <a:schemeClr val="accent1">
                <a:hueOff val="0"/>
                <a:satOff val="0"/>
                <a:lumOff val="0"/>
                <a:alphaOff val="0"/>
              </a:schemeClr>
            </a:solidFill>
            <a:ln>
              <a:noFill/>
            </a:ln>
            <a:effectLst>
              <a:outerShdw blurRad="44280" dist="28080" dir="5400000" algn="ctr" rotWithShape="0">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0">
              <a:scrgbClr r="0" g="0" b="0"/>
            </a:fillRef>
            <a:effectRef idx="0">
              <a:scrgbClr r="0" g="0" b="0"/>
            </a:effectRef>
            <a:fontRef idx="minor"/>
          </p:style>
          <p:txBody>
            <a:bodyPr lIns="64800" tIns="64800" rIns="64800" bIns="64800" numCol="1" spcCol="1440" anchor="ctr">
              <a:noAutofit/>
            </a:bodyPr>
            <a:lstStyle/>
            <a:p>
              <a:pPr algn="ctr" defTabSz="755640">
                <a:lnSpc>
                  <a:spcPct val="90000"/>
                </a:lnSpc>
                <a:spcAft>
                  <a:spcPts val="595"/>
                </a:spcAft>
                <a:tabLst>
                  <a:tab pos="0" algn="l"/>
                </a:tabLst>
              </a:pPr>
              <a:r>
                <a:rPr lang="nl-NL" sz="1700" b="0" strike="noStrike" spc="-1">
                  <a:solidFill>
                    <a:schemeClr val="lt1"/>
                  </a:solidFill>
                  <a:latin typeface="Arial"/>
                </a:rPr>
                <a:t>Internationale data repositories</a:t>
              </a:r>
              <a:endParaRPr lang="nl-NL" sz="1700" b="0" strike="noStrike" spc="-1">
                <a:solidFill>
                  <a:srgbClr val="FFFFFF"/>
                </a:solidFill>
                <a:latin typeface="Calibri"/>
              </a:endParaRPr>
            </a:p>
          </p:txBody>
        </p:sp>
        <p:sp>
          <p:nvSpPr>
            <p:cNvPr id="422" name="Rechthoek 421"/>
            <p:cNvSpPr/>
            <p:nvPr/>
          </p:nvSpPr>
          <p:spPr>
            <a:xfrm>
              <a:off x="1730160" y="4033800"/>
              <a:ext cx="2029320" cy="1217160"/>
            </a:xfrm>
            <a:prstGeom prst="rect">
              <a:avLst/>
            </a:prstGeom>
            <a:solidFill>
              <a:schemeClr val="accent1">
                <a:hueOff val="0"/>
                <a:satOff val="0"/>
                <a:lumOff val="0"/>
                <a:alphaOff val="0"/>
              </a:schemeClr>
            </a:solidFill>
            <a:ln>
              <a:noFill/>
            </a:ln>
            <a:effectLst>
              <a:outerShdw blurRad="44280" dist="28080" dir="5400000" algn="ctr" rotWithShape="0">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0">
              <a:scrgbClr r="0" g="0" b="0"/>
            </a:fillRef>
            <a:effectRef idx="0">
              <a:scrgbClr r="0" g="0" b="0"/>
            </a:effectRef>
            <a:fontRef idx="minor"/>
          </p:style>
          <p:txBody>
            <a:bodyPr lIns="64800" tIns="64800" rIns="64800" bIns="64800" numCol="1" spcCol="1440" anchor="ctr">
              <a:noAutofit/>
            </a:bodyPr>
            <a:lstStyle/>
            <a:p>
              <a:pPr algn="ctr" defTabSz="755640">
                <a:lnSpc>
                  <a:spcPct val="90000"/>
                </a:lnSpc>
                <a:spcAft>
                  <a:spcPts val="595"/>
                </a:spcAft>
                <a:tabLst>
                  <a:tab pos="0" algn="l"/>
                </a:tabLst>
              </a:pPr>
              <a:r>
                <a:rPr lang="nl-NL" sz="1700" b="0" strike="noStrike" spc="-1">
                  <a:solidFill>
                    <a:schemeClr val="lt1"/>
                  </a:solidFill>
                  <a:latin typeface="Arial"/>
                </a:rPr>
                <a:t>Andere bronnen</a:t>
              </a:r>
              <a:endParaRPr lang="nl-NL" sz="1700" b="0" strike="noStrike" spc="-1">
                <a:solidFill>
                  <a:srgbClr val="FFFFFF"/>
                </a:solidFill>
                <a:latin typeface="Calibri"/>
              </a:endParaRPr>
            </a:p>
          </p:txBody>
        </p:sp>
        <p:sp>
          <p:nvSpPr>
            <p:cNvPr id="423" name="Rechthoek 422"/>
            <p:cNvSpPr/>
            <p:nvPr/>
          </p:nvSpPr>
          <p:spPr>
            <a:xfrm>
              <a:off x="3963600" y="4033800"/>
              <a:ext cx="2029320" cy="1217160"/>
            </a:xfrm>
            <a:prstGeom prst="rect">
              <a:avLst/>
            </a:prstGeom>
            <a:solidFill>
              <a:schemeClr val="accent1">
                <a:hueOff val="0"/>
                <a:satOff val="0"/>
                <a:lumOff val="0"/>
                <a:alphaOff val="0"/>
              </a:schemeClr>
            </a:solidFill>
            <a:ln>
              <a:noFill/>
            </a:ln>
            <a:effectLst>
              <a:outerShdw blurRad="44280" dist="28080" dir="5400000" algn="ctr" rotWithShape="0">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0">
              <a:scrgbClr r="0" g="0" b="0"/>
            </a:fillRef>
            <a:effectRef idx="0">
              <a:scrgbClr r="0" g="0" b="0"/>
            </a:effectRef>
            <a:fontRef idx="minor"/>
          </p:style>
          <p:txBody>
            <a:bodyPr lIns="64800" tIns="64800" rIns="64800" bIns="64800" numCol="1" spcCol="1440" anchor="ctr">
              <a:noAutofit/>
            </a:bodyPr>
            <a:lstStyle/>
            <a:p>
              <a:pPr algn="ctr" defTabSz="755640">
                <a:lnSpc>
                  <a:spcPct val="90000"/>
                </a:lnSpc>
                <a:spcAft>
                  <a:spcPts val="595"/>
                </a:spcAft>
                <a:tabLst>
                  <a:tab pos="0" algn="l"/>
                </a:tabLst>
              </a:pPr>
              <a:r>
                <a:rPr lang="nl-NL" sz="1700" b="0" strike="noStrike" spc="-1">
                  <a:solidFill>
                    <a:schemeClr val="lt1"/>
                  </a:solidFill>
                  <a:latin typeface="Arial"/>
                </a:rPr>
                <a:t>Datatijdschriften</a:t>
              </a:r>
              <a:endParaRPr lang="nl-NL" sz="1700" b="0" strike="noStrike" spc="-1">
                <a:solidFill>
                  <a:srgbClr val="FFFFFF"/>
                </a:solidFill>
                <a:latin typeface="Calibri"/>
              </a:endParaRPr>
            </a:p>
          </p:txBody>
        </p:sp>
        <p:sp>
          <p:nvSpPr>
            <p:cNvPr id="424" name="Rechthoek 423"/>
            <p:cNvSpPr/>
            <p:nvPr/>
          </p:nvSpPr>
          <p:spPr>
            <a:xfrm>
              <a:off x="6197040" y="4033800"/>
              <a:ext cx="2029320" cy="1217160"/>
            </a:xfrm>
            <a:prstGeom prst="rect">
              <a:avLst/>
            </a:prstGeom>
            <a:solidFill>
              <a:schemeClr val="accent1">
                <a:hueOff val="0"/>
                <a:satOff val="0"/>
                <a:lumOff val="0"/>
                <a:alphaOff val="0"/>
              </a:schemeClr>
            </a:solidFill>
            <a:ln>
              <a:noFill/>
            </a:ln>
            <a:effectLst>
              <a:outerShdw blurRad="44280" dist="28080" dir="5400000" algn="ctr" rotWithShape="0">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0">
              <a:scrgbClr r="0" g="0" b="0"/>
            </a:fillRef>
            <a:effectRef idx="0">
              <a:scrgbClr r="0" g="0" b="0"/>
            </a:effectRef>
            <a:fontRef idx="minor"/>
          </p:style>
          <p:txBody>
            <a:bodyPr lIns="64800" tIns="64800" rIns="64800" bIns="64800" numCol="1" spcCol="1440" anchor="ctr">
              <a:noAutofit/>
            </a:bodyPr>
            <a:lstStyle/>
            <a:p>
              <a:pPr algn="ctr" defTabSz="755640">
                <a:lnSpc>
                  <a:spcPct val="90000"/>
                </a:lnSpc>
                <a:spcAft>
                  <a:spcPts val="595"/>
                </a:spcAft>
                <a:tabLst>
                  <a:tab pos="0" algn="l"/>
                </a:tabLst>
              </a:pPr>
              <a:r>
                <a:rPr lang="nl-NL" sz="1700" b="0" strike="noStrike" spc="-1">
                  <a:solidFill>
                    <a:schemeClr val="lt1"/>
                  </a:solidFill>
                  <a:latin typeface="Arial"/>
                </a:rPr>
                <a:t>Wetenschappelijke literatuur</a:t>
              </a:r>
              <a:endParaRPr lang="nl-NL" sz="1700" b="0" strike="noStrike" spc="-1">
                <a:solidFill>
                  <a:srgbClr val="FFFFFF"/>
                </a:solidFill>
                <a:latin typeface="Calibri"/>
              </a:endParaRPr>
            </a:p>
          </p:txBody>
        </p:sp>
        <p:sp>
          <p:nvSpPr>
            <p:cNvPr id="425" name="Rechthoek 424"/>
            <p:cNvSpPr/>
            <p:nvPr/>
          </p:nvSpPr>
          <p:spPr>
            <a:xfrm>
              <a:off x="8430480" y="4033800"/>
              <a:ext cx="2029320" cy="1217160"/>
            </a:xfrm>
            <a:prstGeom prst="rect">
              <a:avLst/>
            </a:prstGeom>
            <a:solidFill>
              <a:schemeClr val="accent1">
                <a:hueOff val="0"/>
                <a:satOff val="0"/>
                <a:lumOff val="0"/>
                <a:alphaOff val="0"/>
              </a:schemeClr>
            </a:solidFill>
            <a:ln>
              <a:noFill/>
            </a:ln>
            <a:effectLst>
              <a:outerShdw blurRad="44280" dist="28080" dir="5400000" algn="ctr" rotWithShape="0">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0">
              <a:scrgbClr r="0" g="0" b="0"/>
            </a:fillRef>
            <a:effectRef idx="0">
              <a:scrgbClr r="0" g="0" b="0"/>
            </a:effectRef>
            <a:fontRef idx="minor"/>
          </p:style>
          <p:txBody>
            <a:bodyPr lIns="64800" tIns="64800" rIns="64800" bIns="64800" numCol="1" spcCol="1440" anchor="ctr">
              <a:noAutofit/>
            </a:bodyPr>
            <a:lstStyle/>
            <a:p>
              <a:pPr algn="ctr" defTabSz="755640">
                <a:lnSpc>
                  <a:spcPct val="90000"/>
                </a:lnSpc>
                <a:spcAft>
                  <a:spcPts val="595"/>
                </a:spcAft>
                <a:tabLst>
                  <a:tab pos="0" algn="l"/>
                </a:tabLst>
              </a:pPr>
              <a:r>
                <a:rPr lang="nl-NL" sz="1700" b="0" strike="noStrike" spc="-1">
                  <a:solidFill>
                    <a:schemeClr val="lt1"/>
                  </a:solidFill>
                  <a:latin typeface="Arial"/>
                </a:rPr>
                <a:t>Netwerk </a:t>
              </a:r>
              <a:endParaRPr lang="nl-NL" sz="1700" b="0" strike="noStrike" spc="-1">
                <a:solidFill>
                  <a:srgbClr val="FFFFFF"/>
                </a:solidFill>
                <a:latin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PlaceHolder 1"/>
          <p:cNvSpPr>
            <a:spLocks noGrp="1"/>
          </p:cNvSpPr>
          <p:nvPr>
            <p:ph type="title"/>
          </p:nvPr>
        </p:nvSpPr>
        <p:spPr>
          <a:xfrm>
            <a:off x="609480" y="60012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chemeClr val="accent1">
                    <a:lumMod val="75000"/>
                  </a:schemeClr>
                </a:solidFill>
                <a:latin typeface="Arial"/>
              </a:rPr>
              <a:t>Selecteren van data repositories</a:t>
            </a:r>
            <a:endParaRPr lang="nl-NL" sz="4400" b="0" strike="noStrike" spc="-1">
              <a:solidFill>
                <a:schemeClr val="dk1"/>
              </a:solidFill>
              <a:latin typeface="Arial"/>
            </a:endParaRPr>
          </a:p>
        </p:txBody>
      </p:sp>
      <p:grpSp>
        <p:nvGrpSpPr>
          <p:cNvPr id="427" name="Diagram8"/>
          <p:cNvGrpSpPr/>
          <p:nvPr/>
        </p:nvGrpSpPr>
        <p:grpSpPr>
          <a:xfrm>
            <a:off x="609480" y="1848600"/>
            <a:ext cx="10971000" cy="3975840"/>
            <a:chOff x="609480" y="1848600"/>
            <a:chExt cx="10971000" cy="3975840"/>
          </a:xfrm>
        </p:grpSpPr>
        <p:sp>
          <p:nvSpPr>
            <p:cNvPr id="428" name="Rechthoek 427"/>
            <p:cNvSpPr/>
            <p:nvPr/>
          </p:nvSpPr>
          <p:spPr>
            <a:xfrm>
              <a:off x="609480" y="1848600"/>
              <a:ext cx="10970280" cy="397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nl-NL" sz="1800" b="0" strike="noStrike" spc="-1">
                <a:solidFill>
                  <a:srgbClr val="000000"/>
                </a:solidFill>
                <a:latin typeface="Calibri"/>
              </a:endParaRPr>
            </a:p>
          </p:txBody>
        </p:sp>
        <p:sp>
          <p:nvSpPr>
            <p:cNvPr id="429" name="Rechthoek: afgeronde hoeken 428"/>
            <p:cNvSpPr/>
            <p:nvPr/>
          </p:nvSpPr>
          <p:spPr>
            <a:xfrm>
              <a:off x="609480" y="1848600"/>
              <a:ext cx="10971000" cy="1241640"/>
            </a:xfrm>
            <a:prstGeom prst="roundRect">
              <a:avLst>
                <a:gd name="adj" fmla="val 10000"/>
              </a:avLst>
            </a:prstGeom>
            <a:solidFill>
              <a:schemeClr val="accent1">
                <a:hueOff val="0"/>
                <a:satOff val="0"/>
                <a:lumOff val="0"/>
                <a:alphaOff val="0"/>
              </a:schemeClr>
            </a:solidFill>
            <a:ln>
              <a:noFill/>
            </a:ln>
          </p:spPr>
          <p:style>
            <a:lnRef idx="2">
              <a:scrgbClr r="0" g="0" b="0"/>
            </a:lnRef>
            <a:fillRef idx="0">
              <a:scrgbClr r="0" g="0" b="0"/>
            </a:fillRef>
            <a:effectRef idx="0">
              <a:scrgbClr r="0" g="0" b="0"/>
            </a:effectRef>
            <a:fontRef idx="minor"/>
          </p:style>
          <p:txBody>
            <a:bodyPr lIns="2419560" tIns="100800" rIns="100800" bIns="100800" numCol="1" spcCol="1440" anchor="ctr">
              <a:noAutofit/>
            </a:bodyPr>
            <a:lstStyle/>
            <a:p>
              <a:pPr defTabSz="1600200">
                <a:lnSpc>
                  <a:spcPct val="90000"/>
                </a:lnSpc>
                <a:spcAft>
                  <a:spcPts val="1261"/>
                </a:spcAft>
                <a:tabLst>
                  <a:tab pos="0" algn="l"/>
                </a:tabLst>
              </a:pPr>
              <a:r>
                <a:rPr lang="nl-NL" sz="3600" b="0" u="sng" strike="noStrike" spc="-1">
                  <a:solidFill>
                    <a:schemeClr val="lt1"/>
                  </a:solidFill>
                  <a:uFillTx/>
                  <a:latin typeface="Arial"/>
                </a:rPr>
                <a:t>Re3data</a:t>
              </a:r>
              <a:r>
                <a:rPr lang="nl-NL" sz="3600" b="0" strike="noStrike" spc="-1">
                  <a:solidFill>
                    <a:schemeClr val="lt1"/>
                  </a:solidFill>
                  <a:latin typeface="Arial"/>
                </a:rPr>
                <a:t> : filtermogelijkheden, data repositories karakteristieken</a:t>
              </a:r>
              <a:endParaRPr lang="nl-NL" sz="3600" b="0" strike="noStrike" spc="-1">
                <a:solidFill>
                  <a:srgbClr val="FFFFFF"/>
                </a:solidFill>
                <a:latin typeface="Calibri"/>
              </a:endParaRPr>
            </a:p>
          </p:txBody>
        </p:sp>
        <p:sp>
          <p:nvSpPr>
            <p:cNvPr id="430" name="Rechthoek: afgeronde hoeken 429"/>
            <p:cNvSpPr/>
            <p:nvPr/>
          </p:nvSpPr>
          <p:spPr>
            <a:xfrm>
              <a:off x="733680" y="1972800"/>
              <a:ext cx="2193480" cy="993240"/>
            </a:xfrm>
            <a:prstGeom prst="roundRect">
              <a:avLst>
                <a:gd name="adj" fmla="val 10000"/>
              </a:avLst>
            </a:prstGeom>
            <a:blipFill rotWithShape="0">
              <a:blip r:embed="rId3"/>
              <a:srcRect/>
              <a:stretch/>
            </a:blipFill>
            <a:ln>
              <a:noFill/>
            </a:ln>
          </p:spPr>
          <p:style>
            <a:lnRef idx="2">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nl-NL" sz="1800" b="0" strike="noStrike" spc="-1">
                <a:solidFill>
                  <a:srgbClr val="000000"/>
                </a:solidFill>
                <a:latin typeface="Calibri"/>
              </a:endParaRPr>
            </a:p>
          </p:txBody>
        </p:sp>
        <p:sp>
          <p:nvSpPr>
            <p:cNvPr id="431" name="Rechthoek: afgeronde hoeken 430"/>
            <p:cNvSpPr/>
            <p:nvPr/>
          </p:nvSpPr>
          <p:spPr>
            <a:xfrm>
              <a:off x="609480" y="3215520"/>
              <a:ext cx="10971000" cy="1241640"/>
            </a:xfrm>
            <a:prstGeom prst="roundRect">
              <a:avLst>
                <a:gd name="adj" fmla="val 10000"/>
              </a:avLst>
            </a:prstGeom>
            <a:solidFill>
              <a:schemeClr val="accent1">
                <a:hueOff val="0"/>
                <a:satOff val="0"/>
                <a:lumOff val="0"/>
                <a:alphaOff val="0"/>
              </a:schemeClr>
            </a:solidFill>
            <a:ln>
              <a:noFill/>
            </a:ln>
          </p:spPr>
          <p:style>
            <a:lnRef idx="2">
              <a:scrgbClr r="0" g="0" b="0"/>
            </a:lnRef>
            <a:fillRef idx="0">
              <a:scrgbClr r="0" g="0" b="0"/>
            </a:fillRef>
            <a:effectRef idx="0">
              <a:scrgbClr r="0" g="0" b="0"/>
            </a:effectRef>
            <a:fontRef idx="minor"/>
          </p:style>
          <p:txBody>
            <a:bodyPr lIns="2419560" tIns="100800" rIns="100800" bIns="100800" numCol="1" spcCol="1440" anchor="ctr">
              <a:noAutofit/>
            </a:bodyPr>
            <a:lstStyle/>
            <a:p>
              <a:pPr defTabSz="1600200">
                <a:lnSpc>
                  <a:spcPct val="90000"/>
                </a:lnSpc>
                <a:spcAft>
                  <a:spcPts val="1261"/>
                </a:spcAft>
                <a:tabLst>
                  <a:tab pos="0" algn="l"/>
                </a:tabLst>
              </a:pPr>
              <a:r>
                <a:rPr lang="nl-NL" sz="3600" b="0" u="sng" strike="noStrike" spc="-1">
                  <a:solidFill>
                    <a:schemeClr val="lt1"/>
                  </a:solidFill>
                  <a:uFillTx/>
                  <a:latin typeface="Arial"/>
                </a:rPr>
                <a:t>OAD data repositories</a:t>
              </a:r>
              <a:r>
                <a:rPr lang="nl-NL" sz="3600" b="0" strike="noStrike" spc="-1">
                  <a:solidFill>
                    <a:schemeClr val="lt1"/>
                  </a:solidFill>
                  <a:latin typeface="Arial"/>
                </a:rPr>
                <a:t>: alfabetisch overzicht per vakgebied </a:t>
              </a:r>
              <a:endParaRPr lang="nl-NL" sz="3600" b="0" strike="noStrike" spc="-1">
                <a:solidFill>
                  <a:srgbClr val="FFFFFF"/>
                </a:solidFill>
                <a:latin typeface="Calibri"/>
              </a:endParaRPr>
            </a:p>
          </p:txBody>
        </p:sp>
        <p:sp>
          <p:nvSpPr>
            <p:cNvPr id="432" name="Rechthoek: afgeronde hoeken 431"/>
            <p:cNvSpPr/>
            <p:nvPr/>
          </p:nvSpPr>
          <p:spPr>
            <a:xfrm>
              <a:off x="733680" y="3340080"/>
              <a:ext cx="2193480" cy="993240"/>
            </a:xfrm>
            <a:prstGeom prst="roundRect">
              <a:avLst>
                <a:gd name="adj" fmla="val 10000"/>
              </a:avLst>
            </a:prstGeom>
            <a:blipFill rotWithShape="0">
              <a:blip r:embed="rId4"/>
              <a:srcRect/>
              <a:stretch/>
            </a:blipFill>
            <a:ln>
              <a:noFill/>
            </a:ln>
          </p:spPr>
          <p:style>
            <a:lnRef idx="2">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nl-NL" sz="1800" b="0" strike="noStrike" spc="-1">
                <a:solidFill>
                  <a:srgbClr val="000000"/>
                </a:solidFill>
                <a:latin typeface="Calibri"/>
              </a:endParaRPr>
            </a:p>
          </p:txBody>
        </p:sp>
        <p:sp>
          <p:nvSpPr>
            <p:cNvPr id="433" name="Rechthoek: afgeronde hoeken 432"/>
            <p:cNvSpPr/>
            <p:nvPr/>
          </p:nvSpPr>
          <p:spPr>
            <a:xfrm>
              <a:off x="609480" y="4582800"/>
              <a:ext cx="10971000" cy="1241640"/>
            </a:xfrm>
            <a:prstGeom prst="roundRect">
              <a:avLst>
                <a:gd name="adj" fmla="val 10000"/>
              </a:avLst>
            </a:prstGeom>
            <a:solidFill>
              <a:schemeClr val="accent1">
                <a:hueOff val="0"/>
                <a:satOff val="0"/>
                <a:lumOff val="0"/>
                <a:alphaOff val="0"/>
              </a:schemeClr>
            </a:solidFill>
            <a:ln>
              <a:noFill/>
            </a:ln>
          </p:spPr>
          <p:style>
            <a:lnRef idx="2">
              <a:scrgbClr r="0" g="0" b="0"/>
            </a:lnRef>
            <a:fillRef idx="0">
              <a:scrgbClr r="0" g="0" b="0"/>
            </a:fillRef>
            <a:effectRef idx="0">
              <a:scrgbClr r="0" g="0" b="0"/>
            </a:effectRef>
            <a:fontRef idx="minor"/>
          </p:style>
          <p:txBody>
            <a:bodyPr lIns="2419560" tIns="100800" rIns="100800" bIns="100800" numCol="1" spcCol="1440" anchor="ctr">
              <a:noAutofit/>
            </a:bodyPr>
            <a:lstStyle/>
            <a:p>
              <a:pPr defTabSz="1600200">
                <a:lnSpc>
                  <a:spcPct val="90000"/>
                </a:lnSpc>
                <a:spcAft>
                  <a:spcPts val="1261"/>
                </a:spcAft>
                <a:tabLst>
                  <a:tab pos="0" algn="l"/>
                </a:tabLst>
              </a:pPr>
              <a:r>
                <a:rPr lang="nl-NL" sz="3600" b="0" u="sng" strike="noStrike" spc="-1">
                  <a:solidFill>
                    <a:schemeClr val="lt1"/>
                  </a:solidFill>
                  <a:uFillTx/>
                  <a:latin typeface="Arial"/>
                </a:rPr>
                <a:t>FAIRsharing.org</a:t>
              </a:r>
              <a:r>
                <a:rPr lang="nl-NL" sz="3600" b="0" strike="noStrike" spc="-1">
                  <a:solidFill>
                    <a:schemeClr val="lt1"/>
                  </a:solidFill>
                  <a:latin typeface="Arial"/>
                </a:rPr>
                <a:t>: filtermogelijkheden, beleid en standarden </a:t>
              </a:r>
              <a:endParaRPr lang="nl-NL" sz="3600" b="0" strike="noStrike" spc="-1">
                <a:solidFill>
                  <a:srgbClr val="FFFFFF"/>
                </a:solidFill>
                <a:latin typeface="Calibri"/>
              </a:endParaRPr>
            </a:p>
          </p:txBody>
        </p:sp>
        <p:sp>
          <p:nvSpPr>
            <p:cNvPr id="434" name="Rechthoek: afgeronde hoeken 433"/>
            <p:cNvSpPr/>
            <p:nvPr/>
          </p:nvSpPr>
          <p:spPr>
            <a:xfrm>
              <a:off x="733680" y="4707000"/>
              <a:ext cx="2193480" cy="993240"/>
            </a:xfrm>
            <a:prstGeom prst="roundRect">
              <a:avLst>
                <a:gd name="adj" fmla="val 10000"/>
              </a:avLst>
            </a:prstGeom>
            <a:blipFill rotWithShape="0">
              <a:blip r:embed="rId5"/>
              <a:srcRect/>
              <a:stretch/>
            </a:blipFill>
            <a:ln>
              <a:noFill/>
            </a:ln>
          </p:spPr>
          <p:style>
            <a:lnRef idx="2">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nl-NL" sz="1800" b="0" strike="noStrike" spc="-1">
                <a:solidFill>
                  <a:srgbClr val="000000"/>
                </a:solidFill>
                <a:latin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PlaceHolder 1"/>
          <p:cNvSpPr>
            <a:spLocks noGrp="1"/>
          </p:cNvSpPr>
          <p:nvPr>
            <p:ph type="ftr" idx="20"/>
          </p:nvPr>
        </p:nvSpPr>
        <p:spPr>
          <a:xfrm>
            <a:off x="0" y="0"/>
            <a:ext cx="0" cy="0"/>
          </a:xfrm>
          <a:prstGeom prst="rect">
            <a:avLst/>
          </a:prstGeom>
          <a:noFill/>
          <a:ln w="0">
            <a:noFill/>
          </a:ln>
        </p:spPr>
        <p:txBody>
          <a:bodyPr lIns="90000" tIns="-45000" rIns="90000" bIns="-45000" anchor="t">
            <a:noAutofit/>
          </a:bodyPr>
          <a:lstStyle/>
          <a:p>
            <a:pPr indent="0">
              <a:buNone/>
            </a:pPr>
            <a:endParaRPr lang="nl-NL" sz="1800" b="0" strike="noStrike" spc="-1">
              <a:solidFill>
                <a:schemeClr val="dk1"/>
              </a:solidFill>
              <a:latin typeface="Arial"/>
            </a:endParaRPr>
          </a:p>
        </p:txBody>
      </p:sp>
      <p:pic>
        <p:nvPicPr>
          <p:cNvPr id="436" name="Picture 4"/>
          <p:cNvPicPr/>
          <p:nvPr/>
        </p:nvPicPr>
        <p:blipFill>
          <a:blip r:embed="rId2"/>
          <a:stretch/>
        </p:blipFill>
        <p:spPr>
          <a:xfrm>
            <a:off x="436320" y="3429000"/>
            <a:ext cx="5407920" cy="2579040"/>
          </a:xfrm>
          <a:prstGeom prst="rect">
            <a:avLst/>
          </a:prstGeom>
          <a:noFill/>
          <a:ln w="0">
            <a:noFill/>
          </a:ln>
        </p:spPr>
      </p:pic>
      <p:pic>
        <p:nvPicPr>
          <p:cNvPr id="437" name="Afbeelding 5"/>
          <p:cNvPicPr/>
          <p:nvPr/>
        </p:nvPicPr>
        <p:blipFill>
          <a:blip r:embed="rId3"/>
          <a:stretch/>
        </p:blipFill>
        <p:spPr>
          <a:xfrm>
            <a:off x="6954120" y="815760"/>
            <a:ext cx="3712680" cy="4311000"/>
          </a:xfrm>
          <a:prstGeom prst="rect">
            <a:avLst/>
          </a:prstGeom>
          <a:noFill/>
          <a:ln w="0">
            <a:noFill/>
          </a:ln>
        </p:spPr>
      </p:pic>
      <p:pic>
        <p:nvPicPr>
          <p:cNvPr id="438" name="Afbeelding 7"/>
          <p:cNvPicPr/>
          <p:nvPr/>
        </p:nvPicPr>
        <p:blipFill>
          <a:blip r:embed="rId4"/>
          <a:stretch/>
        </p:blipFill>
        <p:spPr>
          <a:xfrm>
            <a:off x="1635120" y="1258200"/>
            <a:ext cx="4059720" cy="1377360"/>
          </a:xfrm>
          <a:prstGeom prst="rect">
            <a:avLst/>
          </a:prstGeom>
          <a:noFill/>
          <a:ln w="0">
            <a:noFill/>
          </a:ln>
        </p:spPr>
      </p:pic>
      <p:sp>
        <p:nvSpPr>
          <p:cNvPr id="439" name="TextBox 6"/>
          <p:cNvSpPr/>
          <p:nvPr/>
        </p:nvSpPr>
        <p:spPr>
          <a:xfrm>
            <a:off x="8321040" y="5358240"/>
            <a:ext cx="3546720" cy="576360"/>
          </a:xfrm>
          <a:prstGeom prst="rect">
            <a:avLst/>
          </a:prstGeom>
          <a:noFill/>
          <a:ln w="0">
            <a:noFill/>
          </a:ln>
        </p:spPr>
        <p:style>
          <a:lnRef idx="0">
            <a:scrgbClr r="0" g="0" b="0"/>
          </a:lnRef>
          <a:fillRef idx="0">
            <a:scrgbClr r="0" g="0" b="0"/>
          </a:fillRef>
          <a:effectRef idx="0">
            <a:scrgbClr r="0" g="0" b="0"/>
          </a:effectRef>
          <a:fontRef idx="minor"/>
        </p:style>
        <p:txBody>
          <a:bodyPr horzOverflow="overflow" lIns="90000" tIns="45000" rIns="90000" bIns="45000" numCol="1" spcCol="0" anchor="t">
            <a:spAutoFit/>
          </a:bodyPr>
          <a:lstStyle/>
          <a:p>
            <a:pPr defTabSz="914400">
              <a:lnSpc>
                <a:spcPct val="100000"/>
              </a:lnSpc>
            </a:pPr>
            <a:r>
              <a:rPr lang="nl-NL" sz="800" b="0" strike="noStrike" spc="-1">
                <a:solidFill>
                  <a:schemeClr val="dk1"/>
                </a:solidFill>
                <a:latin typeface="Barlow"/>
                <a:ea typeface="Arial"/>
              </a:rPr>
              <a:t>Afbeeldingen: Pampel H, Vierkant P, Scholze F, Bertelmann R, Kindling M, et al. (2013) Making Research Data Repositories Visible: The re3data.org Registry. PLoS ONE 8(11): e78080. doi:10.1371/journal.pone.0078080</a:t>
            </a:r>
            <a:endParaRPr lang="nl-NL" sz="800" b="0" strike="noStrike" spc="-1">
              <a:solidFill>
                <a:srgbClr val="000000"/>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PlaceHolder 1"/>
          <p:cNvSpPr>
            <a:spLocks noGrp="1"/>
          </p:cNvSpPr>
          <p:nvPr>
            <p:ph type="title"/>
          </p:nvPr>
        </p:nvSpPr>
        <p:spPr>
          <a:xfrm>
            <a:off x="609480" y="82872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Voorbeelden van zoekmachines</a:t>
            </a:r>
            <a:endParaRPr lang="nl-NL" sz="4400" b="0" strike="noStrike" spc="-1">
              <a:solidFill>
                <a:schemeClr val="dk1"/>
              </a:solidFill>
              <a:latin typeface="Arial"/>
            </a:endParaRPr>
          </a:p>
        </p:txBody>
      </p:sp>
      <p:graphicFrame>
        <p:nvGraphicFramePr>
          <p:cNvPr id="7" name="Diagram7"/>
          <p:cNvGraphicFramePr/>
          <p:nvPr>
            <p:extLst>
              <p:ext uri="{D42A27DB-BD31-4B8C-83A1-F6EECF244321}">
                <p14:modId xmlns:p14="http://schemas.microsoft.com/office/powerpoint/2010/main" val="2985104361"/>
              </p:ext>
            </p:extLst>
          </p:nvPr>
        </p:nvGraphicFramePr>
        <p:xfrm>
          <a:off x="609480" y="2052000"/>
          <a:ext cx="10970280" cy="3975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PlaceHolder 1"/>
          <p:cNvSpPr>
            <a:spLocks noGrp="1"/>
          </p:cNvSpPr>
          <p:nvPr>
            <p:ph type="title"/>
          </p:nvPr>
        </p:nvSpPr>
        <p:spPr>
          <a:xfrm>
            <a:off x="609480" y="69912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Barlow SemiBold"/>
              </a:rPr>
              <a:t>Voorbeelden van datarepositories</a:t>
            </a:r>
            <a:endParaRPr lang="nl-NL" sz="4400" b="0" strike="noStrike" spc="-1">
              <a:solidFill>
                <a:schemeClr val="dk1"/>
              </a:solidFill>
              <a:latin typeface="Arial"/>
            </a:endParaRPr>
          </a:p>
        </p:txBody>
      </p:sp>
      <p:graphicFrame>
        <p:nvGraphicFramePr>
          <p:cNvPr id="8" name="Diagram8"/>
          <p:cNvGraphicFramePr/>
          <p:nvPr>
            <p:extLst>
              <p:ext uri="{D42A27DB-BD31-4B8C-83A1-F6EECF244321}">
                <p14:modId xmlns:p14="http://schemas.microsoft.com/office/powerpoint/2010/main" val="2157524738"/>
              </p:ext>
            </p:extLst>
          </p:nvPr>
        </p:nvGraphicFramePr>
        <p:xfrm>
          <a:off x="609480" y="2181600"/>
          <a:ext cx="10970280" cy="3975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685800" y="45720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Barlow SemiBold"/>
              </a:rPr>
              <a:t>Andere bronnen: voorbeelden</a:t>
            </a:r>
            <a:endParaRPr lang="nl-NL" sz="4400" b="0" strike="noStrike" spc="-1">
              <a:solidFill>
                <a:schemeClr val="dk1"/>
              </a:solidFill>
              <a:latin typeface="Arial"/>
            </a:endParaRPr>
          </a:p>
        </p:txBody>
      </p:sp>
      <p:grpSp>
        <p:nvGrpSpPr>
          <p:cNvPr id="443" name="Tijdelijke aanduiding voor inhoud 1"/>
          <p:cNvGrpSpPr/>
          <p:nvPr/>
        </p:nvGrpSpPr>
        <p:grpSpPr>
          <a:xfrm>
            <a:off x="609480" y="2020680"/>
            <a:ext cx="10970280" cy="3975120"/>
            <a:chOff x="609480" y="2020680"/>
            <a:chExt cx="10970280" cy="3975120"/>
          </a:xfrm>
        </p:grpSpPr>
        <p:sp>
          <p:nvSpPr>
            <p:cNvPr id="444" name="Rechthoek 443"/>
            <p:cNvSpPr/>
            <p:nvPr/>
          </p:nvSpPr>
          <p:spPr>
            <a:xfrm>
              <a:off x="609480" y="2020680"/>
              <a:ext cx="10970280" cy="397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nl-NL" sz="1800" b="0" strike="noStrike" spc="-1">
                <a:solidFill>
                  <a:srgbClr val="000000"/>
                </a:solidFill>
                <a:latin typeface="Calibri"/>
              </a:endParaRPr>
            </a:p>
          </p:txBody>
        </p:sp>
        <p:sp>
          <p:nvSpPr>
            <p:cNvPr id="445" name="Rechthoek: afgeronde hoeken 444"/>
            <p:cNvSpPr/>
            <p:nvPr/>
          </p:nvSpPr>
          <p:spPr>
            <a:xfrm>
              <a:off x="614880" y="2020680"/>
              <a:ext cx="5280480" cy="3975120"/>
            </a:xfrm>
            <a:prstGeom prst="roundRect">
              <a:avLst>
                <a:gd name="adj" fmla="val 10000"/>
              </a:avLst>
            </a:prstGeom>
            <a:gradFill rotWithShape="0">
              <a:gsLst>
                <a:gs pos="0">
                  <a:srgbClr val="98A5A1"/>
                </a:gs>
                <a:gs pos="80000">
                  <a:srgbClr val="C5D7D1"/>
                </a:gs>
                <a:gs pos="100000">
                  <a:srgbClr val="C6D8D2"/>
                </a:gs>
              </a:gsLst>
              <a:lin ang="16200000"/>
            </a:gradFill>
            <a:ln w="0">
              <a:noFill/>
            </a:ln>
            <a:scene3d>
              <a:camera prst="orthographicFront"/>
              <a:lightRig rig="flat" dir="t"/>
            </a:scene3d>
            <a:sp3d z="-190500" extrusionH="12700" prstMaterial="plastic">
              <a:bevelT w="50800" h="50800"/>
            </a:sp3d>
          </p:spPr>
          <p:style>
            <a:lnRef idx="0">
              <a:scrgbClr r="0" g="0" b="0"/>
            </a:lnRef>
            <a:fillRef idx="0">
              <a:scrgbClr r="0" g="0" b="0"/>
            </a:fillRef>
            <a:effectRef idx="0">
              <a:scrgbClr r="0" g="0" b="0"/>
            </a:effectRef>
            <a:fontRef idx="minor"/>
          </p:style>
          <p:txBody>
            <a:bodyPr lIns="35640" tIns="35640" rIns="35640" bIns="2819520" numCol="1" spcCol="1440" anchor="ctr">
              <a:noAutofit/>
            </a:bodyPr>
            <a:lstStyle/>
            <a:p>
              <a:pPr algn="ctr" defTabSz="1778040">
                <a:lnSpc>
                  <a:spcPct val="90000"/>
                </a:lnSpc>
                <a:spcAft>
                  <a:spcPts val="1400"/>
                </a:spcAft>
                <a:tabLst>
                  <a:tab pos="0" algn="l"/>
                </a:tabLst>
              </a:pPr>
              <a:r>
                <a:rPr lang="nl-NL" sz="4000" b="1" strike="noStrike" spc="-1">
                  <a:solidFill>
                    <a:srgbClr val="000000"/>
                  </a:solidFill>
                  <a:latin typeface="Arial"/>
                </a:rPr>
                <a:t>Overheidsdata</a:t>
              </a:r>
              <a:endParaRPr lang="nl-NL" sz="4000" b="0" strike="noStrike" spc="-1">
                <a:solidFill>
                  <a:srgbClr val="000000"/>
                </a:solidFill>
                <a:latin typeface="Calibri"/>
              </a:endParaRPr>
            </a:p>
          </p:txBody>
        </p:sp>
        <p:sp>
          <p:nvSpPr>
            <p:cNvPr id="446" name="Rechthoek: afgeronde hoeken 445"/>
            <p:cNvSpPr/>
            <p:nvPr/>
          </p:nvSpPr>
          <p:spPr>
            <a:xfrm>
              <a:off x="1143360" y="3214080"/>
              <a:ext cx="4224240" cy="779400"/>
            </a:xfrm>
            <a:prstGeom prst="roundRect">
              <a:avLst>
                <a:gd name="adj" fmla="val 10000"/>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50760" tIns="38160" rIns="50760" bIns="38160" numCol="1" spcCol="1440" anchor="ctr">
              <a:noAutofit/>
            </a:bodyPr>
            <a:lstStyle/>
            <a:p>
              <a:pPr algn="ctr" defTabSz="888840">
                <a:lnSpc>
                  <a:spcPct val="90000"/>
                </a:lnSpc>
                <a:spcAft>
                  <a:spcPts val="700"/>
                </a:spcAft>
                <a:tabLst>
                  <a:tab pos="0" algn="l"/>
                </a:tabLst>
              </a:pPr>
              <a:r>
                <a:rPr lang="nl-NL" sz="2000" b="0" u="sng" strike="noStrike" spc="-1">
                  <a:solidFill>
                    <a:schemeClr val="lt1"/>
                  </a:solidFill>
                  <a:uFillTx/>
                  <a:latin typeface="Arial"/>
                </a:rPr>
                <a:t>Overheid.nl </a:t>
              </a:r>
              <a:endParaRPr lang="nl-NL" sz="2000" b="0" strike="noStrike" spc="-1">
                <a:solidFill>
                  <a:srgbClr val="000000"/>
                </a:solidFill>
                <a:latin typeface="Calibri"/>
              </a:endParaRPr>
            </a:p>
          </p:txBody>
        </p:sp>
        <p:sp>
          <p:nvSpPr>
            <p:cNvPr id="447" name="Rechthoek: afgeronde hoeken 446"/>
            <p:cNvSpPr/>
            <p:nvPr/>
          </p:nvSpPr>
          <p:spPr>
            <a:xfrm>
              <a:off x="1143360" y="4115880"/>
              <a:ext cx="4224240" cy="779400"/>
            </a:xfrm>
            <a:prstGeom prst="roundRect">
              <a:avLst>
                <a:gd name="adj" fmla="val 10000"/>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50760" tIns="38160" rIns="50760" bIns="38160" numCol="1" spcCol="1440" anchor="ctr">
              <a:noAutofit/>
            </a:bodyPr>
            <a:lstStyle/>
            <a:p>
              <a:pPr algn="ctr" defTabSz="888840">
                <a:lnSpc>
                  <a:spcPct val="90000"/>
                </a:lnSpc>
                <a:spcAft>
                  <a:spcPts val="700"/>
                </a:spcAft>
                <a:tabLst>
                  <a:tab pos="0" algn="l"/>
                </a:tabLst>
              </a:pPr>
              <a:r>
                <a:rPr lang="nl-NL" sz="2000" b="0" u="sng" strike="noStrike" spc="-1">
                  <a:solidFill>
                    <a:schemeClr val="lt1"/>
                  </a:solidFill>
                  <a:uFillTx/>
                  <a:latin typeface="Arial"/>
                  <a:hlinkClick r:id="rId2"/>
                </a:rPr>
                <a:t>CBS Open data</a:t>
              </a:r>
              <a:r>
                <a:rPr lang="nl-NL" sz="2000" b="0" u="sng" strike="noStrike" spc="-1">
                  <a:solidFill>
                    <a:schemeClr val="lt1"/>
                  </a:solidFill>
                  <a:uFillTx/>
                  <a:latin typeface="Arial"/>
                </a:rPr>
                <a:t> StatLine</a:t>
              </a:r>
              <a:endParaRPr lang="nl-NL" sz="2000" b="0" strike="noStrike" spc="-1">
                <a:solidFill>
                  <a:srgbClr val="000000"/>
                </a:solidFill>
                <a:latin typeface="Calibri"/>
              </a:endParaRPr>
            </a:p>
          </p:txBody>
        </p:sp>
        <p:sp>
          <p:nvSpPr>
            <p:cNvPr id="448" name="Rechthoek: afgeronde hoeken 447"/>
            <p:cNvSpPr/>
            <p:nvPr/>
          </p:nvSpPr>
          <p:spPr>
            <a:xfrm>
              <a:off x="1143360" y="5017320"/>
              <a:ext cx="4224240" cy="779400"/>
            </a:xfrm>
            <a:prstGeom prst="roundRect">
              <a:avLst>
                <a:gd name="adj" fmla="val 10000"/>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50760" tIns="38160" rIns="50760" bIns="38160" numCol="1" spcCol="1440" anchor="ctr">
              <a:noAutofit/>
            </a:bodyPr>
            <a:lstStyle/>
            <a:p>
              <a:pPr algn="ctr" defTabSz="888840">
                <a:lnSpc>
                  <a:spcPct val="90000"/>
                </a:lnSpc>
                <a:spcAft>
                  <a:spcPts val="700"/>
                </a:spcAft>
                <a:tabLst>
                  <a:tab pos="0" algn="l"/>
                </a:tabLst>
              </a:pPr>
              <a:r>
                <a:rPr lang="nl-NL" sz="2000" b="0" u="sng" strike="noStrike" spc="-1">
                  <a:solidFill>
                    <a:schemeClr val="lt1"/>
                  </a:solidFill>
                  <a:uFillTx/>
                  <a:latin typeface="Arial"/>
                  <a:hlinkClick r:id="rId3"/>
                </a:rPr>
                <a:t>RIVM</a:t>
              </a:r>
              <a:r>
                <a:rPr lang="nl-NL" sz="1400" b="0" u="sng" strike="noStrike" spc="-1">
                  <a:solidFill>
                    <a:schemeClr val="lt1"/>
                  </a:solidFill>
                  <a:uFillTx/>
                  <a:latin typeface="Arial"/>
                </a:rPr>
                <a:t> </a:t>
              </a:r>
              <a:endParaRPr lang="nl-NL" sz="1400" b="0" strike="noStrike" spc="-1">
                <a:solidFill>
                  <a:srgbClr val="000000"/>
                </a:solidFill>
                <a:latin typeface="Calibri"/>
              </a:endParaRPr>
            </a:p>
          </p:txBody>
        </p:sp>
        <p:sp>
          <p:nvSpPr>
            <p:cNvPr id="449" name="Rechthoek: afgeronde hoeken 448"/>
            <p:cNvSpPr/>
            <p:nvPr/>
          </p:nvSpPr>
          <p:spPr>
            <a:xfrm>
              <a:off x="6293520" y="2020680"/>
              <a:ext cx="5280480" cy="3975120"/>
            </a:xfrm>
            <a:prstGeom prst="roundRect">
              <a:avLst>
                <a:gd name="adj" fmla="val 10000"/>
              </a:avLst>
            </a:prstGeom>
            <a:gradFill rotWithShape="0">
              <a:gsLst>
                <a:gs pos="0">
                  <a:srgbClr val="98A5A1"/>
                </a:gs>
                <a:gs pos="80000">
                  <a:srgbClr val="C5D7D1"/>
                </a:gs>
                <a:gs pos="100000">
                  <a:srgbClr val="C6D8D2"/>
                </a:gs>
              </a:gsLst>
              <a:lin ang="16200000"/>
            </a:gradFill>
            <a:ln w="0">
              <a:noFill/>
            </a:ln>
            <a:scene3d>
              <a:camera prst="orthographicFront"/>
              <a:lightRig rig="flat" dir="t"/>
            </a:scene3d>
            <a:sp3d z="-190500" extrusionH="12700" prstMaterial="plastic">
              <a:bevelT w="50800" h="50800"/>
            </a:sp3d>
          </p:spPr>
          <p:style>
            <a:lnRef idx="0">
              <a:scrgbClr r="0" g="0" b="0"/>
            </a:lnRef>
            <a:fillRef idx="0">
              <a:scrgbClr r="0" g="0" b="0"/>
            </a:fillRef>
            <a:effectRef idx="0">
              <a:scrgbClr r="0" g="0" b="0"/>
            </a:effectRef>
            <a:fontRef idx="minor"/>
          </p:style>
          <p:txBody>
            <a:bodyPr lIns="35640" tIns="35640" rIns="35640" bIns="2819520" numCol="1" spcCol="1440" anchor="ctr">
              <a:noAutofit/>
            </a:bodyPr>
            <a:lstStyle/>
            <a:p>
              <a:pPr algn="ctr" defTabSz="1778040">
                <a:lnSpc>
                  <a:spcPct val="90000"/>
                </a:lnSpc>
                <a:spcAft>
                  <a:spcPts val="1400"/>
                </a:spcAft>
                <a:tabLst>
                  <a:tab pos="0" algn="l"/>
                </a:tabLst>
              </a:pPr>
              <a:r>
                <a:rPr lang="nl-NL" sz="4000" b="1" strike="noStrike" spc="-1">
                  <a:solidFill>
                    <a:srgbClr val="000000"/>
                  </a:solidFill>
                  <a:latin typeface="Arial"/>
                </a:rPr>
                <a:t>Open data platforms </a:t>
              </a:r>
              <a:endParaRPr lang="nl-NL" sz="4000" b="0" strike="noStrike" spc="-1">
                <a:solidFill>
                  <a:srgbClr val="000000"/>
                </a:solidFill>
                <a:latin typeface="Calibri"/>
              </a:endParaRPr>
            </a:p>
          </p:txBody>
        </p:sp>
        <p:sp>
          <p:nvSpPr>
            <p:cNvPr id="450" name="Rechthoek: afgeronde hoeken 449"/>
            <p:cNvSpPr/>
            <p:nvPr/>
          </p:nvSpPr>
          <p:spPr>
            <a:xfrm>
              <a:off x="6822000" y="3214080"/>
              <a:ext cx="4224240" cy="577440"/>
            </a:xfrm>
            <a:prstGeom prst="roundRect">
              <a:avLst>
                <a:gd name="adj" fmla="val 10000"/>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81360" tIns="60840" rIns="81360" bIns="60840" numCol="1" spcCol="1440" anchor="ctr">
              <a:noAutofit/>
            </a:bodyPr>
            <a:lstStyle/>
            <a:p>
              <a:pPr algn="ctr" defTabSz="1422360">
                <a:lnSpc>
                  <a:spcPct val="90000"/>
                </a:lnSpc>
                <a:spcAft>
                  <a:spcPts val="1120"/>
                </a:spcAft>
                <a:tabLst>
                  <a:tab pos="0" algn="l"/>
                </a:tabLst>
              </a:pPr>
              <a:r>
                <a:rPr lang="nl-NL" sz="3200" b="0" u="sng" strike="noStrike" spc="-1">
                  <a:solidFill>
                    <a:schemeClr val="lt1"/>
                  </a:solidFill>
                  <a:uFillTx/>
                  <a:latin typeface="Arial"/>
                </a:rPr>
                <a:t>Kaggle</a:t>
              </a:r>
              <a:endParaRPr lang="nl-NL" sz="3200" b="0" strike="noStrike" spc="-1">
                <a:solidFill>
                  <a:srgbClr val="000000"/>
                </a:solidFill>
                <a:latin typeface="Calibri"/>
              </a:endParaRPr>
            </a:p>
          </p:txBody>
        </p:sp>
        <p:sp>
          <p:nvSpPr>
            <p:cNvPr id="451" name="Rechthoek: afgeronde hoeken 450"/>
            <p:cNvSpPr/>
            <p:nvPr/>
          </p:nvSpPr>
          <p:spPr>
            <a:xfrm>
              <a:off x="6822000" y="3882600"/>
              <a:ext cx="4224240" cy="577440"/>
            </a:xfrm>
            <a:prstGeom prst="roundRect">
              <a:avLst>
                <a:gd name="adj" fmla="val 10000"/>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81360" tIns="60840" rIns="81360" bIns="60840" numCol="1" spcCol="1440" anchor="ctr">
              <a:noAutofit/>
            </a:bodyPr>
            <a:lstStyle/>
            <a:p>
              <a:pPr algn="ctr" defTabSz="1422360">
                <a:lnSpc>
                  <a:spcPct val="90000"/>
                </a:lnSpc>
                <a:spcAft>
                  <a:spcPts val="1120"/>
                </a:spcAft>
                <a:tabLst>
                  <a:tab pos="0" algn="l"/>
                </a:tabLst>
              </a:pPr>
              <a:r>
                <a:rPr lang="nl-NL" sz="3200" b="0" u="sng" strike="noStrike" spc="-1">
                  <a:solidFill>
                    <a:schemeClr val="lt1"/>
                  </a:solidFill>
                  <a:uFillTx/>
                  <a:latin typeface="Arial"/>
                  <a:hlinkClick r:id="rId4"/>
                </a:rPr>
                <a:t>Hugging</a:t>
              </a:r>
              <a:r>
                <a:rPr lang="nl-NL" sz="3200" b="0" u="sng" strike="noStrike" spc="-1">
                  <a:solidFill>
                    <a:schemeClr val="lt1"/>
                  </a:solidFill>
                  <a:uFillTx/>
                  <a:latin typeface="Arial"/>
                  <a:hlinkClick r:id="rId4"/>
                </a:rPr>
                <a:t> </a:t>
              </a:r>
              <a:endParaRPr lang="nl-NL" sz="3200" b="0" strike="noStrike" spc="-1">
                <a:solidFill>
                  <a:srgbClr val="000000"/>
                </a:solidFill>
                <a:latin typeface="Calibri"/>
              </a:endParaRPr>
            </a:p>
          </p:txBody>
        </p:sp>
        <p:sp>
          <p:nvSpPr>
            <p:cNvPr id="452" name="Rechthoek: afgeronde hoeken 451"/>
            <p:cNvSpPr/>
            <p:nvPr/>
          </p:nvSpPr>
          <p:spPr>
            <a:xfrm>
              <a:off x="6822000" y="4551120"/>
              <a:ext cx="4224240" cy="577440"/>
            </a:xfrm>
            <a:prstGeom prst="roundRect">
              <a:avLst>
                <a:gd name="adj" fmla="val 10000"/>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50760" tIns="38160" rIns="50760" bIns="38160" numCol="1" spcCol="1440" anchor="ctr">
              <a:noAutofit/>
            </a:bodyPr>
            <a:lstStyle/>
            <a:p>
              <a:pPr algn="ctr" defTabSz="888840">
                <a:lnSpc>
                  <a:spcPct val="90000"/>
                </a:lnSpc>
                <a:spcAft>
                  <a:spcPts val="700"/>
                </a:spcAft>
                <a:tabLst>
                  <a:tab pos="0" algn="l"/>
                </a:tabLst>
              </a:pPr>
              <a:r>
                <a:rPr lang="nl-NL" sz="2000" b="0" u="sng" strike="noStrike" spc="-1">
                  <a:solidFill>
                    <a:schemeClr val="lt1"/>
                  </a:solidFill>
                  <a:uFillTx/>
                  <a:latin typeface="Arial"/>
                  <a:hlinkClick r:id="rId5"/>
                </a:rPr>
                <a:t>World Bank Group </a:t>
              </a:r>
              <a:endParaRPr lang="nl-NL" sz="2000" b="0" strike="noStrike" spc="-1">
                <a:solidFill>
                  <a:srgbClr val="000000"/>
                </a:solidFill>
                <a:latin typeface="Calibri"/>
              </a:endParaRPr>
            </a:p>
          </p:txBody>
        </p:sp>
        <p:sp>
          <p:nvSpPr>
            <p:cNvPr id="453" name="Rechthoek: afgeronde hoeken 452"/>
            <p:cNvSpPr/>
            <p:nvPr/>
          </p:nvSpPr>
          <p:spPr>
            <a:xfrm>
              <a:off x="6822000" y="5219280"/>
              <a:ext cx="4224240" cy="577440"/>
            </a:xfrm>
            <a:prstGeom prst="roundRect">
              <a:avLst>
                <a:gd name="adj" fmla="val 10000"/>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50760" tIns="38160" rIns="50760" bIns="38160" numCol="1" spcCol="1440" anchor="ctr">
              <a:noAutofit/>
            </a:bodyPr>
            <a:lstStyle/>
            <a:p>
              <a:pPr algn="ctr" defTabSz="888840">
                <a:lnSpc>
                  <a:spcPct val="90000"/>
                </a:lnSpc>
                <a:spcAft>
                  <a:spcPts val="700"/>
                </a:spcAft>
                <a:tabLst>
                  <a:tab pos="0" algn="l"/>
                </a:tabLst>
              </a:pPr>
              <a:r>
                <a:rPr lang="nl-NL" sz="2000" b="0" u="sng" strike="noStrike" spc="-1">
                  <a:solidFill>
                    <a:schemeClr val="lt1"/>
                  </a:solidFill>
                  <a:uFillTx/>
                  <a:latin typeface="Arial"/>
                  <a:hlinkClick r:id="rId6"/>
                </a:rPr>
                <a:t>OECD</a:t>
              </a:r>
              <a:endParaRPr lang="nl-NL" sz="2000" b="0" strike="noStrike" spc="-1">
                <a:solidFill>
                  <a:srgbClr val="000000"/>
                </a:solidFill>
                <a:latin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p:cNvSpPr>
          <p:nvPr>
            <p:ph type="title"/>
          </p:nvPr>
        </p:nvSpPr>
        <p:spPr>
          <a:xfrm>
            <a:off x="281160" y="861480"/>
            <a:ext cx="1162224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2800" b="1" strike="noStrike" spc="-1">
                <a:solidFill>
                  <a:srgbClr val="3A746B"/>
                </a:solidFill>
                <a:latin typeface="Arial"/>
              </a:rPr>
              <a:t>Nog meer mogelijkheden…en waarom zou je deze kunnen overslaan</a:t>
            </a:r>
            <a:endParaRPr lang="nl-NL" sz="2800" b="0" strike="noStrike" spc="-1">
              <a:solidFill>
                <a:schemeClr val="dk1"/>
              </a:solidFill>
              <a:latin typeface="Arial"/>
            </a:endParaRPr>
          </a:p>
        </p:txBody>
      </p:sp>
      <p:graphicFrame>
        <p:nvGraphicFramePr>
          <p:cNvPr id="9" name="Diagram9"/>
          <p:cNvGraphicFramePr/>
          <p:nvPr>
            <p:extLst>
              <p:ext uri="{D42A27DB-BD31-4B8C-83A1-F6EECF244321}">
                <p14:modId xmlns:p14="http://schemas.microsoft.com/office/powerpoint/2010/main" val="2978717811"/>
              </p:ext>
            </p:extLst>
          </p:nvPr>
        </p:nvGraphicFramePr>
        <p:xfrm>
          <a:off x="672120" y="2003400"/>
          <a:ext cx="10413360" cy="4137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PlaceHolder 1"/>
          <p:cNvSpPr>
            <a:spLocks noGrp="1"/>
          </p:cNvSpPr>
          <p:nvPr>
            <p:ph type="title"/>
          </p:nvPr>
        </p:nvSpPr>
        <p:spPr>
          <a:xfrm>
            <a:off x="816480" y="70380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Opdracht 1: </a:t>
            </a:r>
            <a:endParaRPr lang="nl-NL" sz="4400" b="0" strike="noStrike" spc="-1">
              <a:solidFill>
                <a:schemeClr val="dk1"/>
              </a:solidFill>
              <a:latin typeface="Arial"/>
            </a:endParaRPr>
          </a:p>
        </p:txBody>
      </p:sp>
      <p:sp>
        <p:nvSpPr>
          <p:cNvPr id="456" name="PlaceHolder 2"/>
          <p:cNvSpPr>
            <a:spLocks noGrp="1"/>
          </p:cNvSpPr>
          <p:nvPr>
            <p:ph/>
          </p:nvPr>
        </p:nvSpPr>
        <p:spPr>
          <a:xfrm>
            <a:off x="816480" y="2028960"/>
            <a:ext cx="10970280" cy="3975120"/>
          </a:xfrm>
          <a:prstGeom prst="rect">
            <a:avLst/>
          </a:prstGeom>
          <a:noFill/>
          <a:ln w="0">
            <a:noFill/>
          </a:ln>
        </p:spPr>
        <p:txBody>
          <a:bodyPr lIns="0" tIns="0" rIns="0" bIns="0" anchor="t">
            <a:noAutofit/>
          </a:bodyPr>
          <a:lstStyle/>
          <a:p>
            <a:pPr marL="343080" indent="-343080" defTabSz="914400">
              <a:lnSpc>
                <a:spcPct val="90000"/>
              </a:lnSpc>
              <a:spcBef>
                <a:spcPts val="1001"/>
              </a:spcBef>
              <a:buClr>
                <a:srgbClr val="000000"/>
              </a:buClr>
              <a:buFont typeface="Arial"/>
              <a:buChar char="•"/>
            </a:pPr>
            <a:r>
              <a:rPr lang="nl-NL" sz="3600" b="0" strike="noStrike" spc="-1">
                <a:solidFill>
                  <a:schemeClr val="dk1"/>
                </a:solidFill>
                <a:latin typeface="Arial"/>
              </a:rPr>
              <a:t>Formuleer je onderzoeksvraag</a:t>
            </a:r>
          </a:p>
          <a:p>
            <a:pPr marL="343080" indent="-343080" defTabSz="914400">
              <a:lnSpc>
                <a:spcPct val="90000"/>
              </a:lnSpc>
              <a:spcBef>
                <a:spcPts val="1001"/>
              </a:spcBef>
              <a:buClr>
                <a:srgbClr val="000000"/>
              </a:buClr>
              <a:buFont typeface="Arial"/>
              <a:buChar char="•"/>
            </a:pPr>
            <a:r>
              <a:rPr lang="nl-NL" sz="3600" b="0" strike="noStrike" spc="-1">
                <a:solidFill>
                  <a:schemeClr val="dk1"/>
                </a:solidFill>
                <a:latin typeface="Arial"/>
              </a:rPr>
              <a:t>Selecteer relevante data repositories en andere bronnen </a:t>
            </a:r>
          </a:p>
          <a:p>
            <a:pPr marL="343080" indent="-343080" defTabSz="914400">
              <a:lnSpc>
                <a:spcPct val="90000"/>
              </a:lnSpc>
              <a:spcBef>
                <a:spcPts val="1001"/>
              </a:spcBef>
              <a:buClr>
                <a:srgbClr val="000000"/>
              </a:buClr>
              <a:buFont typeface="Arial"/>
              <a:buChar char="•"/>
            </a:pPr>
            <a:r>
              <a:rPr lang="nl-NL" sz="3600" b="0" strike="noStrike" spc="-1">
                <a:solidFill>
                  <a:schemeClr val="dk1"/>
                </a:solidFill>
                <a:latin typeface="Arial"/>
              </a:rPr>
              <a:t> Maak een planning: wanneer ga je zoeken? Op welke volgorde ga je zoeken (zoekmachines, repositories, literatuur, etc.)?  </a:t>
            </a:r>
          </a:p>
          <a:p>
            <a:pPr marL="343080" indent="-343080" defTabSz="914400">
              <a:lnSpc>
                <a:spcPct val="90000"/>
              </a:lnSpc>
              <a:spcBef>
                <a:spcPts val="1001"/>
              </a:spcBef>
              <a:buClr>
                <a:srgbClr val="000000"/>
              </a:buClr>
              <a:buFont typeface="Arial"/>
              <a:buChar char="•"/>
            </a:pPr>
            <a:r>
              <a:rPr lang="nl-NL" sz="3600" b="0" strike="noStrike" spc="-1">
                <a:solidFill>
                  <a:schemeClr val="dk1"/>
                </a:solidFill>
                <a:latin typeface="Arial"/>
              </a:rPr>
              <a:t>Verantwoord je strategie en selectie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p:cNvSpPr>
          <p:nvPr>
            <p:ph type="title"/>
          </p:nvPr>
        </p:nvSpPr>
        <p:spPr>
          <a:xfrm>
            <a:off x="461880" y="46008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0" strike="noStrike" spc="-1">
                <a:solidFill>
                  <a:srgbClr val="3A746B"/>
                </a:solidFill>
                <a:latin typeface="Arial"/>
              </a:rPr>
              <a:t>Koffiepauze (14.00 – 14.10 uur)</a:t>
            </a:r>
            <a:endParaRPr lang="nl-NL" sz="4400" b="0" strike="noStrike" spc="-1">
              <a:solidFill>
                <a:schemeClr val="dk1"/>
              </a:solidFill>
              <a:latin typeface="Arial"/>
            </a:endParaRPr>
          </a:p>
        </p:txBody>
      </p:sp>
      <p:pic>
        <p:nvPicPr>
          <p:cNvPr id="458" name="Afbeelding 457">
            <a:hlinkClick r:id="" action="ppaction://media"/>
          </p:cNvPr>
          <p:cNvPicPr/>
          <p:nvPr>
            <a:videoFile r:link="rId2"/>
            <p:extLst>
              <p:ext uri="{DAA4B4D4-6D71-4841-9C94-3DE7FCFB9230}">
                <p14:media xmlns:p14="http://schemas.microsoft.com/office/powerpoint/2010/main" r:embed="rId1"/>
              </p:ext>
            </p:extLst>
          </p:nvPr>
        </p:nvPicPr>
        <p:blipFill>
          <a:blip r:embed="rId4"/>
          <a:stretch>
            <a:fillRect/>
          </a:stretch>
        </p:blipFill>
        <p:spPr>
          <a:xfrm>
            <a:off x="2654640" y="1886400"/>
            <a:ext cx="7490520" cy="421272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Class="mediacall" fill="hold" nodeType="withEffect">
                                  <p:stCondLst>
                                    <p:cond delay="0"/>
                                  </p:stCondLst>
                                  <p:childTnLst>
                                    <p:cmd type="call" cmd="playFrom(0.0)">
                                      <p:cBhvr>
                                        <p:cTn id="6" dur="9117" fill="hold"/>
                                        <p:tgtEl>
                                          <p:spTgt spid="45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p:stCondLst>
                    <p:cond delay="indefinite"/>
                  </p:stCondLst>
                </p:cTn>
                <p:tgtEl>
                  <p:spTgt spid="458"/>
                </p:tgtEl>
              </p:cMediaNode>
            </p:video>
            <p:seq>
              <p:cTn id="8" restart="whenNotActive" fill="hold" nodeType="interactiveSeq">
                <p:stCondLst>
                  <p:cond evt="onClick" delay="0">
                    <p:tgtEl>
                      <p:spTgt spid="458"/>
                    </p:tgtEl>
                  </p:cond>
                </p:stCondLst>
                <p:childTnLst>
                  <p:par>
                    <p:cTn id="9" fill="hold">
                      <p:stCondLst>
                        <p:cond evt="onClick" delay="0">
                          <p:tgtEl>
                            <p:spTgt spid="458"/>
                          </p:tgtEl>
                        </p:cond>
                      </p:stCondLst>
                      <p:childTnLst>
                        <p:par>
                          <p:cTn id="10" fill="hold">
                            <p:stCondLst>
                              <p:cond delay="0"/>
                            </p:stCondLst>
                            <p:childTnLst>
                              <p:par>
                                <p:cTn id="11" presetClass="mediacall" fill="hold" nodeType="clickEffect">
                                  <p:stCondLst>
                                    <p:cond delay="0"/>
                                  </p:stCondLst>
                                  <p:childTnLst>
                                    <p:cmd type="call" cmd="togglePause">
                                      <p:cBhvr>
                                        <p:cTn id="12" dur="1" fill="hold"/>
                                        <p:tgtEl>
                                          <p:spTgt spid="45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 name="PlaceHolder 1"/>
          <p:cNvSpPr>
            <a:spLocks noGrp="1"/>
          </p:cNvSpPr>
          <p:nvPr>
            <p:ph/>
          </p:nvPr>
        </p:nvSpPr>
        <p:spPr>
          <a:xfrm>
            <a:off x="345600" y="2482560"/>
            <a:ext cx="10413360" cy="4137480"/>
          </a:xfrm>
          <a:prstGeom prst="rect">
            <a:avLst/>
          </a:prstGeom>
          <a:noFill/>
          <a:ln w="0">
            <a:noFill/>
          </a:ln>
        </p:spPr>
        <p:txBody>
          <a:bodyPr lIns="0" tIns="0" rIns="0" bIns="0" anchor="t">
            <a:noAutofit/>
          </a:bodyPr>
          <a:lstStyle/>
          <a:p>
            <a:pPr indent="0" algn="ctr" defTabSz="914400">
              <a:lnSpc>
                <a:spcPct val="90000"/>
              </a:lnSpc>
              <a:spcBef>
                <a:spcPts val="1001"/>
              </a:spcBef>
              <a:buNone/>
              <a:tabLst>
                <a:tab pos="0" algn="l"/>
              </a:tabLst>
            </a:pPr>
            <a:r>
              <a:rPr lang="nl-NL" sz="4000" b="0" strike="noStrike" spc="-1">
                <a:solidFill>
                  <a:schemeClr val="lt1"/>
                </a:solidFill>
                <a:latin typeface="Arial"/>
              </a:rPr>
              <a:t> Zoeken en documenteren</a:t>
            </a:r>
            <a:endParaRPr lang="nl-NL" sz="4000" b="0" strike="noStrike" spc="-1">
              <a:solidFill>
                <a:schemeClr val="dk1"/>
              </a:solidFill>
              <a:latin typeface="Arial"/>
            </a:endParaRPr>
          </a:p>
          <a:p>
            <a:pPr indent="0" defTabSz="914400">
              <a:lnSpc>
                <a:spcPct val="90000"/>
              </a:lnSpc>
              <a:spcBef>
                <a:spcPts val="1001"/>
              </a:spcBef>
              <a:buNone/>
              <a:tabLst>
                <a:tab pos="0" algn="l"/>
              </a:tabLst>
            </a:pPr>
            <a:endParaRPr lang="nl-NL" sz="2800" b="0" strike="noStrike" spc="-1">
              <a:solidFill>
                <a:schemeClr val="dk1"/>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 name="Diagram10"/>
          <p:cNvGrpSpPr/>
          <p:nvPr/>
        </p:nvGrpSpPr>
        <p:grpSpPr>
          <a:xfrm>
            <a:off x="870840" y="1951920"/>
            <a:ext cx="10972080" cy="3976200"/>
            <a:chOff x="870840" y="1951920"/>
            <a:chExt cx="10972080" cy="3976200"/>
          </a:xfrm>
        </p:grpSpPr>
        <p:sp>
          <p:nvSpPr>
            <p:cNvPr id="461" name="Rechthoek 460"/>
            <p:cNvSpPr/>
            <p:nvPr/>
          </p:nvSpPr>
          <p:spPr>
            <a:xfrm>
              <a:off x="870840" y="1951920"/>
              <a:ext cx="10970280" cy="397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nl-NL" sz="1800" b="0" strike="noStrike" spc="-1">
                <a:solidFill>
                  <a:srgbClr val="000000"/>
                </a:solidFill>
                <a:latin typeface="Calibri"/>
              </a:endParaRPr>
            </a:p>
          </p:txBody>
        </p:sp>
        <p:sp>
          <p:nvSpPr>
            <p:cNvPr id="462" name="Rechthoek: afgeronde bovenhoeken 461"/>
            <p:cNvSpPr/>
            <p:nvPr/>
          </p:nvSpPr>
          <p:spPr>
            <a:xfrm rot="5400000">
              <a:off x="6741720" y="428760"/>
              <a:ext cx="3180960" cy="7021440"/>
            </a:xfrm>
            <a:prstGeom prst="round2SameRect">
              <a:avLst>
                <a:gd name="adj1" fmla="val 16667"/>
                <a:gd name="adj2" fmla="val 0"/>
              </a:avLst>
            </a:prstGeom>
            <a:solidFill>
              <a:schemeClr val="accent1">
                <a:alpha val="90000"/>
                <a:tint val="40000"/>
                <a:hueOff val="0"/>
                <a:satOff val="0"/>
                <a:lumOff val="0"/>
                <a:alphaOff val="0"/>
              </a:schemeClr>
            </a:solidFill>
            <a:ln>
              <a:noFill/>
            </a:ln>
            <a:scene3d>
              <a:camera prst="orthographicFront"/>
              <a:lightRig rig="flat" dir="t"/>
            </a:scene3d>
            <a:sp3d extrusionH="12700" prstMaterial="plastic">
              <a:bevelT w="50800" h="50800"/>
            </a:sp3d>
          </p:spPr>
          <p:style>
            <a:lnRef idx="1">
              <a:scrgbClr r="0" g="0" b="0"/>
            </a:lnRef>
            <a:fillRef idx="0">
              <a:scrgbClr r="0" g="0" b="0"/>
            </a:fillRef>
            <a:effectRef idx="2">
              <a:scrgbClr r="0" g="0" b="0"/>
            </a:effectRef>
            <a:fontRef idx="minor"/>
          </p:style>
          <p:txBody>
            <a:bodyPr rot="-5400000" lIns="-1969200" tIns="1973520" rIns="-1813680" bIns="2129040" numCol="1" spcCol="1440" anchor="ctr">
              <a:noAutofit/>
            </a:bodyPr>
            <a:lstStyle/>
            <a:p>
              <a:pPr marL="285840" lvl="1" indent="-285840" defTabSz="1244520">
                <a:lnSpc>
                  <a:spcPct val="90000"/>
                </a:lnSpc>
                <a:spcAft>
                  <a:spcPts val="420"/>
                </a:spcAft>
                <a:buClr>
                  <a:srgbClr val="000000"/>
                </a:buClr>
                <a:buFont typeface="Symbol" charset="2"/>
                <a:buChar char=""/>
              </a:pPr>
              <a:r>
                <a:rPr lang="nl-NL" sz="2800" b="0" strike="noStrike" spc="-1">
                  <a:solidFill>
                    <a:srgbClr val="000000"/>
                  </a:solidFill>
                  <a:latin typeface="Arial"/>
                </a:rPr>
                <a:t>Geen systematisch review is mogelijk</a:t>
              </a:r>
              <a:endParaRPr lang="nl-NL" sz="2800" b="0" strike="noStrike" spc="-1">
                <a:solidFill>
                  <a:srgbClr val="000000"/>
                </a:solidFill>
                <a:latin typeface="Calibri"/>
              </a:endParaRPr>
            </a:p>
            <a:p>
              <a:pPr marL="285840" lvl="1" indent="-285840" defTabSz="1244520">
                <a:lnSpc>
                  <a:spcPct val="90000"/>
                </a:lnSpc>
                <a:spcAft>
                  <a:spcPts val="420"/>
                </a:spcAft>
                <a:buClr>
                  <a:srgbClr val="000000"/>
                </a:buClr>
                <a:buFont typeface="Symbol" charset="2"/>
                <a:buChar char=""/>
              </a:pPr>
              <a:r>
                <a:rPr lang="nl-NL" sz="2800" b="0" strike="noStrike" spc="-1">
                  <a:solidFill>
                    <a:srgbClr val="000000"/>
                  </a:solidFill>
                  <a:latin typeface="Arial"/>
                </a:rPr>
                <a:t>Bij het zoeken van data is de rol van filters groter dan trefwoorden</a:t>
              </a:r>
              <a:endParaRPr lang="nl-NL" sz="2800" b="0" strike="noStrike" spc="-1">
                <a:solidFill>
                  <a:srgbClr val="000000"/>
                </a:solidFill>
                <a:latin typeface="Calibri"/>
              </a:endParaRPr>
            </a:p>
            <a:p>
              <a:pPr marL="285840" lvl="1" indent="-285840" defTabSz="1244520">
                <a:lnSpc>
                  <a:spcPct val="90000"/>
                </a:lnSpc>
                <a:spcAft>
                  <a:spcPts val="420"/>
                </a:spcAft>
                <a:buClr>
                  <a:srgbClr val="000000"/>
                </a:buClr>
                <a:buFont typeface="Symbol" charset="2"/>
                <a:buChar char=""/>
              </a:pPr>
              <a:r>
                <a:rPr lang="nl-NL" sz="2800" b="0" strike="noStrike" spc="-1">
                  <a:solidFill>
                    <a:srgbClr val="000000"/>
                  </a:solidFill>
                  <a:latin typeface="Arial"/>
                </a:rPr>
                <a:t>Vergelijkbare strategie mogelijk</a:t>
              </a:r>
              <a:endParaRPr lang="nl-NL" sz="2800" b="0" strike="noStrike" spc="-1">
                <a:solidFill>
                  <a:srgbClr val="000000"/>
                </a:solidFill>
                <a:latin typeface="Calibri"/>
              </a:endParaRPr>
            </a:p>
            <a:p>
              <a:pPr marL="285840" lvl="1" indent="-285840" defTabSz="1244520">
                <a:lnSpc>
                  <a:spcPct val="90000"/>
                </a:lnSpc>
                <a:spcAft>
                  <a:spcPts val="420"/>
                </a:spcAft>
                <a:buClr>
                  <a:srgbClr val="000000"/>
                </a:buClr>
                <a:buFont typeface="Symbol" charset="2"/>
                <a:buChar char=""/>
              </a:pPr>
              <a:r>
                <a:rPr lang="nl-NL" sz="2800" b="0" strike="noStrike" spc="-1">
                  <a:solidFill>
                    <a:srgbClr val="000000"/>
                  </a:solidFill>
                  <a:latin typeface="Arial"/>
                </a:rPr>
                <a:t>Vastleggen zoekstrategie en zoekresultaten is in beide gevallen aanbevolen</a:t>
              </a:r>
              <a:endParaRPr lang="nl-NL" sz="2800" b="0" strike="noStrike" spc="-1">
                <a:solidFill>
                  <a:srgbClr val="000000"/>
                </a:solidFill>
                <a:latin typeface="Calibri"/>
              </a:endParaRPr>
            </a:p>
          </p:txBody>
        </p:sp>
        <p:sp>
          <p:nvSpPr>
            <p:cNvPr id="463" name="Rechthoek: afgeronde hoeken 462"/>
            <p:cNvSpPr/>
            <p:nvPr/>
          </p:nvSpPr>
          <p:spPr>
            <a:xfrm>
              <a:off x="870840" y="1951920"/>
              <a:ext cx="3949200" cy="3976200"/>
            </a:xfrm>
            <a:prstGeom prst="roundRect">
              <a:avLst>
                <a:gd name="adj" fmla="val 16667"/>
              </a:avLst>
            </a:prstGeom>
            <a:gradFill rotWithShape="0">
              <a:gsLst>
                <a:gs pos="0">
                  <a:srgbClr val="007461"/>
                </a:gs>
                <a:gs pos="80000">
                  <a:srgbClr val="00977D"/>
                </a:gs>
                <a:gs pos="100000">
                  <a:srgbClr val="00977E"/>
                </a:gs>
              </a:gsLst>
              <a:lin ang="16200000"/>
            </a:gradFill>
            <a:ln w="0">
              <a:noFill/>
            </a:ln>
            <a:scene3d>
              <a:camera prst="orthographicFront"/>
              <a:lightRig rig="flat" dir="t"/>
            </a:scene3d>
            <a:sp3d prstMaterial="plastic">
              <a:bevelT w="120900" h="88900"/>
              <a:bevelB w="88900" h="31750" prst="angle"/>
            </a:sp3d>
          </p:spPr>
          <p:style>
            <a:lnRef idx="0">
              <a:scrgbClr r="0" g="0" b="0"/>
            </a:lnRef>
            <a:fillRef idx="0">
              <a:scrgbClr r="0" g="0" b="0"/>
            </a:fillRef>
            <a:effectRef idx="2">
              <a:scrgbClr r="0" g="0" b="0"/>
            </a:effectRef>
            <a:fontRef idx="minor"/>
          </p:style>
          <p:txBody>
            <a:bodyPr lIns="213480" tIns="106560" rIns="213480" bIns="106560" numCol="1" spcCol="1440" anchor="ctr">
              <a:noAutofit/>
            </a:bodyPr>
            <a:lstStyle/>
            <a:p>
              <a:pPr algn="ctr" defTabSz="2489040">
                <a:lnSpc>
                  <a:spcPct val="90000"/>
                </a:lnSpc>
                <a:spcAft>
                  <a:spcPts val="1959"/>
                </a:spcAft>
                <a:tabLst>
                  <a:tab pos="0" algn="l"/>
                </a:tabLst>
              </a:pPr>
              <a:r>
                <a:rPr lang="nl-NL" sz="5600" b="1" strike="noStrike" spc="-1">
                  <a:solidFill>
                    <a:schemeClr val="lt1"/>
                  </a:solidFill>
                  <a:latin typeface="Arial"/>
                </a:rPr>
                <a:t>Data vs. literatuur zoeken</a:t>
              </a:r>
              <a:endParaRPr lang="nl-NL" sz="5600" b="0" strike="noStrike" spc="-1">
                <a:solidFill>
                  <a:srgbClr val="000000"/>
                </a:solidFill>
                <a:latin typeface="Calibr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609840" y="50796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Documenteren zoekproces</a:t>
            </a:r>
            <a:endParaRPr lang="nl-NL" sz="4400" b="0" strike="noStrike" spc="-1">
              <a:solidFill>
                <a:schemeClr val="dk1"/>
              </a:solidFill>
              <a:latin typeface="Arial"/>
            </a:endParaRPr>
          </a:p>
        </p:txBody>
      </p:sp>
      <p:graphicFrame>
        <p:nvGraphicFramePr>
          <p:cNvPr id="10" name="Diagram10"/>
          <p:cNvGraphicFramePr/>
          <p:nvPr>
            <p:extLst>
              <p:ext uri="{D42A27DB-BD31-4B8C-83A1-F6EECF244321}">
                <p14:modId xmlns:p14="http://schemas.microsoft.com/office/powerpoint/2010/main" val="1330225886"/>
              </p:ext>
            </p:extLst>
          </p:nvPr>
        </p:nvGraphicFramePr>
        <p:xfrm>
          <a:off x="244080" y="1478160"/>
          <a:ext cx="11851560" cy="4495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PlaceHolder 1"/>
          <p:cNvSpPr>
            <a:spLocks noGrp="1"/>
          </p:cNvSpPr>
          <p:nvPr>
            <p:ph type="title"/>
          </p:nvPr>
        </p:nvSpPr>
        <p:spPr>
          <a:xfrm>
            <a:off x="609480" y="45972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Documenteren gevonden datasets</a:t>
            </a:r>
            <a:endParaRPr lang="nl-NL" sz="4400" b="0" strike="noStrike" spc="-1">
              <a:solidFill>
                <a:schemeClr val="dk1"/>
              </a:solidFill>
              <a:latin typeface="Arial"/>
            </a:endParaRPr>
          </a:p>
        </p:txBody>
      </p:sp>
      <p:graphicFrame>
        <p:nvGraphicFramePr>
          <p:cNvPr id="11" name="Diagram11"/>
          <p:cNvGraphicFramePr/>
          <p:nvPr>
            <p:extLst>
              <p:ext uri="{D42A27DB-BD31-4B8C-83A1-F6EECF244321}">
                <p14:modId xmlns:p14="http://schemas.microsoft.com/office/powerpoint/2010/main" val="3402875143"/>
              </p:ext>
            </p:extLst>
          </p:nvPr>
        </p:nvGraphicFramePr>
        <p:xfrm>
          <a:off x="1186560" y="1905120"/>
          <a:ext cx="10393200" cy="3674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PlaceHolder 1"/>
          <p:cNvSpPr>
            <a:spLocks noGrp="1"/>
          </p:cNvSpPr>
          <p:nvPr>
            <p:ph type="title"/>
          </p:nvPr>
        </p:nvSpPr>
        <p:spPr>
          <a:xfrm>
            <a:off x="609840" y="62208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Opdracht 2 </a:t>
            </a:r>
            <a:endParaRPr lang="nl-NL" sz="4400" b="0" strike="noStrike" spc="-1">
              <a:solidFill>
                <a:schemeClr val="dk1"/>
              </a:solidFill>
              <a:latin typeface="Arial"/>
            </a:endParaRPr>
          </a:p>
        </p:txBody>
      </p:sp>
      <p:sp>
        <p:nvSpPr>
          <p:cNvPr id="467" name="PlaceHolder 2"/>
          <p:cNvSpPr>
            <a:spLocks noGrp="1"/>
          </p:cNvSpPr>
          <p:nvPr>
            <p:ph/>
          </p:nvPr>
        </p:nvSpPr>
        <p:spPr>
          <a:xfrm>
            <a:off x="609840" y="2258640"/>
            <a:ext cx="10970280" cy="3975120"/>
          </a:xfrm>
          <a:prstGeom prst="rect">
            <a:avLst/>
          </a:prstGeom>
          <a:noFill/>
          <a:ln w="0">
            <a:noFill/>
          </a:ln>
        </p:spPr>
        <p:txBody>
          <a:bodyPr lIns="0" tIns="0" rIns="0" bIns="0" anchor="t">
            <a:noAutofit/>
          </a:bodyPr>
          <a:lstStyle/>
          <a:p>
            <a:pPr indent="0" defTabSz="914400">
              <a:lnSpc>
                <a:spcPct val="90000"/>
              </a:lnSpc>
              <a:spcBef>
                <a:spcPts val="1001"/>
              </a:spcBef>
              <a:buNone/>
              <a:tabLst>
                <a:tab pos="0" algn="l"/>
              </a:tabLst>
            </a:pPr>
            <a:r>
              <a:rPr lang="nl-NL" sz="2800" b="0" strike="noStrike" spc="-1">
                <a:solidFill>
                  <a:schemeClr val="dk1"/>
                </a:solidFill>
                <a:latin typeface="Arial"/>
              </a:rPr>
              <a:t>1. Formuleer je zoekstrategie: trefwoorden, filters, etc. </a:t>
            </a:r>
          </a:p>
          <a:p>
            <a:pPr indent="0" defTabSz="914400">
              <a:lnSpc>
                <a:spcPct val="90000"/>
              </a:lnSpc>
              <a:spcBef>
                <a:spcPts val="1001"/>
              </a:spcBef>
              <a:buNone/>
              <a:tabLst>
                <a:tab pos="0" algn="l"/>
              </a:tabLst>
            </a:pPr>
            <a:r>
              <a:rPr lang="nl-NL" sz="2800" b="0" strike="noStrike" spc="-1">
                <a:solidFill>
                  <a:schemeClr val="dk1"/>
                </a:solidFill>
                <a:latin typeface="Arial"/>
              </a:rPr>
              <a:t>2. Voer uit je zoekstrategie en selecteer relevante dataset(s)</a:t>
            </a:r>
          </a:p>
          <a:p>
            <a:pPr indent="0" defTabSz="914400">
              <a:lnSpc>
                <a:spcPct val="90000"/>
              </a:lnSpc>
              <a:spcBef>
                <a:spcPts val="1001"/>
              </a:spcBef>
              <a:buNone/>
              <a:tabLst>
                <a:tab pos="0" algn="l"/>
              </a:tabLst>
            </a:pPr>
            <a:r>
              <a:rPr lang="nl-NL" sz="2800" b="0" strike="noStrike" spc="-1">
                <a:solidFill>
                  <a:schemeClr val="dk1"/>
                </a:solidFill>
                <a:latin typeface="Arial"/>
              </a:rPr>
              <a:t>3. Documenteer je zoekstrategie en je selectie</a:t>
            </a:r>
          </a:p>
          <a:p>
            <a:pPr indent="0" defTabSz="914400">
              <a:lnSpc>
                <a:spcPct val="90000"/>
              </a:lnSpc>
              <a:spcBef>
                <a:spcPts val="1001"/>
              </a:spcBef>
              <a:buNone/>
              <a:tabLst>
                <a:tab pos="0" algn="l"/>
              </a:tabLst>
            </a:pPr>
            <a:endParaRPr lang="nl-NL" sz="2800" b="0" strike="noStrike" spc="-1">
              <a:solidFill>
                <a:schemeClr val="dk1"/>
              </a:solidFill>
              <a:latin typeface="Arial"/>
            </a:endParaRPr>
          </a:p>
          <a:p>
            <a:pPr indent="0" defTabSz="914400">
              <a:lnSpc>
                <a:spcPct val="90000"/>
              </a:lnSpc>
              <a:spcBef>
                <a:spcPts val="1001"/>
              </a:spcBef>
              <a:buNone/>
              <a:tabLst>
                <a:tab pos="0" algn="l"/>
              </a:tabLst>
            </a:pPr>
            <a:endParaRPr lang="nl-NL" sz="2800" b="0" strike="noStrike" spc="-1">
              <a:solidFill>
                <a:schemeClr val="dk1"/>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461880" y="46008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0" strike="noStrike" spc="-1">
                <a:solidFill>
                  <a:srgbClr val="3A746B"/>
                </a:solidFill>
                <a:latin typeface="Arial"/>
              </a:rPr>
              <a:t>Koffiepauze (14.55 – 15.05 uur)</a:t>
            </a:r>
            <a:endParaRPr lang="nl-NL" sz="4400" b="0" strike="noStrike" spc="-1">
              <a:solidFill>
                <a:schemeClr val="dk1"/>
              </a:solidFill>
              <a:latin typeface="Arial"/>
            </a:endParaRPr>
          </a:p>
        </p:txBody>
      </p:sp>
      <p:pic>
        <p:nvPicPr>
          <p:cNvPr id="469" name="Afbeelding 468">
            <a:hlinkClick r:id="" action="ppaction://media"/>
          </p:cNvPr>
          <p:cNvPicPr/>
          <p:nvPr>
            <a:videoFile r:link="rId2"/>
            <p:extLst>
              <p:ext uri="{DAA4B4D4-6D71-4841-9C94-3DE7FCFB9230}">
                <p14:media xmlns:p14="http://schemas.microsoft.com/office/powerpoint/2010/main" r:embed="rId1"/>
              </p:ext>
            </p:extLst>
          </p:nvPr>
        </p:nvPicPr>
        <p:blipFill>
          <a:blip r:embed="rId4"/>
          <a:stretch>
            <a:fillRect/>
          </a:stretch>
        </p:blipFill>
        <p:spPr>
          <a:xfrm>
            <a:off x="2654640" y="1886400"/>
            <a:ext cx="7490520" cy="421272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Class="mediacall" fill="hold" nodeType="withEffect">
                                  <p:stCondLst>
                                    <p:cond delay="0"/>
                                  </p:stCondLst>
                                  <p:childTnLst>
                                    <p:cmd type="call" cmd="playFrom(0.0)">
                                      <p:cBhvr>
                                        <p:cTn id="6" dur="9117" fill="hold"/>
                                        <p:tgtEl>
                                          <p:spTgt spid="46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p:stCondLst>
                    <p:cond delay="indefinite"/>
                  </p:stCondLst>
                </p:cTn>
                <p:tgtEl>
                  <p:spTgt spid="469"/>
                </p:tgtEl>
              </p:cMediaNode>
            </p:video>
            <p:seq>
              <p:cTn id="8" restart="whenNotActive" fill="hold" nodeType="interactiveSeq">
                <p:stCondLst>
                  <p:cond evt="onClick" delay="0">
                    <p:tgtEl>
                      <p:spTgt spid="469"/>
                    </p:tgtEl>
                  </p:cond>
                </p:stCondLst>
                <p:childTnLst>
                  <p:par>
                    <p:cTn id="9" fill="hold">
                      <p:stCondLst>
                        <p:cond evt="onClick" delay="0">
                          <p:tgtEl>
                            <p:spTgt spid="469"/>
                          </p:tgtEl>
                        </p:cond>
                      </p:stCondLst>
                      <p:childTnLst>
                        <p:par>
                          <p:cTn id="10" fill="hold">
                            <p:stCondLst>
                              <p:cond delay="0"/>
                            </p:stCondLst>
                            <p:childTnLst>
                              <p:par>
                                <p:cTn id="11" presetClass="mediacall" fill="hold" nodeType="clickEffect">
                                  <p:stCondLst>
                                    <p:cond delay="0"/>
                                  </p:stCondLst>
                                  <p:childTnLst>
                                    <p:cmd type="call" cmd="togglePause">
                                      <p:cBhvr>
                                        <p:cTn id="12" dur="1" fill="hold"/>
                                        <p:tgtEl>
                                          <p:spTgt spid="46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PlaceHolder 1"/>
          <p:cNvSpPr>
            <a:spLocks noGrp="1"/>
          </p:cNvSpPr>
          <p:nvPr>
            <p:ph/>
          </p:nvPr>
        </p:nvSpPr>
        <p:spPr>
          <a:xfrm>
            <a:off x="888480" y="2718720"/>
            <a:ext cx="10413360" cy="4137480"/>
          </a:xfrm>
          <a:prstGeom prst="rect">
            <a:avLst/>
          </a:prstGeom>
          <a:noFill/>
          <a:ln w="0">
            <a:noFill/>
          </a:ln>
        </p:spPr>
        <p:txBody>
          <a:bodyPr lIns="0" tIns="0" rIns="0" bIns="0" anchor="t">
            <a:noAutofit/>
          </a:bodyPr>
          <a:lstStyle/>
          <a:p>
            <a:pPr indent="0" algn="ctr" defTabSz="914400">
              <a:lnSpc>
                <a:spcPct val="90000"/>
              </a:lnSpc>
              <a:spcBef>
                <a:spcPts val="1001"/>
              </a:spcBef>
              <a:buNone/>
              <a:tabLst>
                <a:tab pos="0" algn="l"/>
              </a:tabLst>
            </a:pPr>
            <a:r>
              <a:rPr lang="nl-NL" sz="4000" b="0" strike="noStrike" spc="-1">
                <a:solidFill>
                  <a:schemeClr val="lt1"/>
                </a:solidFill>
                <a:latin typeface="Arial"/>
              </a:rPr>
              <a:t> </a:t>
            </a:r>
            <a:r>
              <a:rPr lang="nl-NL" sz="4000" b="1" strike="noStrike" spc="-1">
                <a:solidFill>
                  <a:schemeClr val="lt1"/>
                </a:solidFill>
                <a:latin typeface="Arial"/>
              </a:rPr>
              <a:t>Beoordelen van datasets</a:t>
            </a:r>
            <a:endParaRPr lang="nl-NL" sz="4000" b="0" strike="noStrike" spc="-1">
              <a:solidFill>
                <a:schemeClr val="dk1"/>
              </a:solidFill>
              <a:latin typeface="Arial"/>
            </a:endParaRPr>
          </a:p>
          <a:p>
            <a:pPr indent="0" defTabSz="914400">
              <a:lnSpc>
                <a:spcPct val="90000"/>
              </a:lnSpc>
              <a:spcBef>
                <a:spcPts val="1001"/>
              </a:spcBef>
              <a:buNone/>
              <a:tabLst>
                <a:tab pos="0" algn="l"/>
              </a:tabLst>
            </a:pPr>
            <a:endParaRPr lang="nl-NL" sz="2800" b="0" strike="noStrike" spc="-1">
              <a:solidFill>
                <a:schemeClr val="dk1"/>
              </a:solidFill>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PlaceHolder 1"/>
          <p:cNvSpPr>
            <a:spLocks noGrp="1"/>
          </p:cNvSpPr>
          <p:nvPr>
            <p:ph type="title"/>
          </p:nvPr>
        </p:nvSpPr>
        <p:spPr>
          <a:xfrm>
            <a:off x="671040" y="1026000"/>
            <a:ext cx="1041444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4400" b="1" strike="noStrike" spc="-1">
                <a:solidFill>
                  <a:srgbClr val="3A746B"/>
                </a:solidFill>
                <a:latin typeface="Arial"/>
              </a:rPr>
              <a:t>FAIR principes </a:t>
            </a:r>
            <a:endParaRPr lang="nl-NL" sz="4400" b="0" strike="noStrike" spc="-1">
              <a:solidFill>
                <a:schemeClr val="dk1"/>
              </a:solidFill>
              <a:latin typeface="Arial"/>
            </a:endParaRPr>
          </a:p>
        </p:txBody>
      </p:sp>
      <p:pic>
        <p:nvPicPr>
          <p:cNvPr id="472" name="Picture 1"/>
          <p:cNvPicPr/>
          <p:nvPr/>
        </p:nvPicPr>
        <p:blipFill>
          <a:blip r:embed="rId2"/>
          <a:stretch/>
        </p:blipFill>
        <p:spPr>
          <a:xfrm>
            <a:off x="6591960" y="895680"/>
            <a:ext cx="4255560" cy="4172400"/>
          </a:xfrm>
          <a:prstGeom prst="rect">
            <a:avLst/>
          </a:prstGeom>
          <a:noFill/>
          <a:ln w="0">
            <a:noFill/>
          </a:ln>
        </p:spPr>
      </p:pic>
      <p:sp>
        <p:nvSpPr>
          <p:cNvPr id="473" name="Rectangle 2"/>
          <p:cNvSpPr/>
          <p:nvPr/>
        </p:nvSpPr>
        <p:spPr>
          <a:xfrm>
            <a:off x="925200" y="2726280"/>
            <a:ext cx="5887080" cy="228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spAutoFit/>
          </a:bodyPr>
          <a:lstStyle/>
          <a:p>
            <a:pPr marL="571680" indent="-571680" defTabSz="914400">
              <a:lnSpc>
                <a:spcPct val="100000"/>
              </a:lnSpc>
              <a:buClr>
                <a:srgbClr val="009C82"/>
              </a:buClr>
              <a:buFont typeface="Wingdings" charset="2"/>
              <a:buChar char=""/>
            </a:pPr>
            <a:r>
              <a:rPr lang="nl-NL" sz="3600" b="0" strike="noStrike" spc="-1">
                <a:solidFill>
                  <a:schemeClr val="dk2"/>
                </a:solidFill>
                <a:latin typeface="Arial Unicode MS"/>
              </a:rPr>
              <a:t> FINDABLE </a:t>
            </a:r>
            <a:endParaRPr lang="nl-NL" sz="3600" b="0" strike="noStrike" spc="-1">
              <a:solidFill>
                <a:srgbClr val="000000"/>
              </a:solidFill>
              <a:latin typeface="Calibri"/>
            </a:endParaRPr>
          </a:p>
          <a:p>
            <a:pPr marL="171360" indent="-171360" defTabSz="914400">
              <a:lnSpc>
                <a:spcPct val="100000"/>
              </a:lnSpc>
              <a:buClr>
                <a:srgbClr val="000000"/>
              </a:buClr>
              <a:buFont typeface="Arial"/>
              <a:buChar char="•"/>
            </a:pPr>
            <a:r>
              <a:rPr lang="nl-NL" sz="3600" b="0" strike="noStrike" spc="-1">
                <a:solidFill>
                  <a:schemeClr val="dk1"/>
                </a:solidFill>
                <a:latin typeface="Arial Unicode MS"/>
              </a:rPr>
              <a:t> ACCESSIBLE </a:t>
            </a:r>
            <a:endParaRPr lang="nl-NL" sz="3600" b="0" strike="noStrike" spc="-1">
              <a:solidFill>
                <a:srgbClr val="000000"/>
              </a:solidFill>
              <a:latin typeface="Calibri"/>
            </a:endParaRPr>
          </a:p>
          <a:p>
            <a:pPr marL="171360" indent="-171360" defTabSz="914400">
              <a:lnSpc>
                <a:spcPct val="100000"/>
              </a:lnSpc>
              <a:buClr>
                <a:srgbClr val="000000"/>
              </a:buClr>
              <a:buFont typeface="Arial"/>
              <a:buChar char="•"/>
            </a:pPr>
            <a:r>
              <a:rPr lang="nl-NL" sz="3600" b="0" strike="noStrike" spc="-1">
                <a:solidFill>
                  <a:schemeClr val="dk1"/>
                </a:solidFill>
                <a:latin typeface="Arial Unicode MS"/>
              </a:rPr>
              <a:t> REUSABLE </a:t>
            </a:r>
            <a:endParaRPr lang="nl-NL" sz="3600" b="0" strike="noStrike" spc="-1">
              <a:solidFill>
                <a:srgbClr val="000000"/>
              </a:solidFill>
              <a:latin typeface="Calibri"/>
            </a:endParaRPr>
          </a:p>
          <a:p>
            <a:pPr marL="171360" indent="-171360" defTabSz="914400">
              <a:lnSpc>
                <a:spcPct val="100000"/>
              </a:lnSpc>
              <a:buClr>
                <a:srgbClr val="000000"/>
              </a:buClr>
              <a:buFont typeface="Arial"/>
              <a:buChar char="•"/>
            </a:pPr>
            <a:r>
              <a:rPr lang="nl-NL" sz="3600" b="0" strike="noStrike" spc="-1">
                <a:solidFill>
                  <a:schemeClr val="dk1"/>
                </a:solidFill>
                <a:latin typeface="Arial Unicode MS"/>
              </a:rPr>
              <a:t> INTEROPERABLE </a:t>
            </a:r>
            <a:endParaRPr lang="nl-NL" sz="3600" b="0" strike="noStrike" spc="-1">
              <a:solidFill>
                <a:srgbClr val="000000"/>
              </a:solidFill>
              <a:latin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PlaceHolder 1"/>
          <p:cNvSpPr>
            <a:spLocks noGrp="1"/>
          </p:cNvSpPr>
          <p:nvPr>
            <p:ph/>
          </p:nvPr>
        </p:nvSpPr>
        <p:spPr>
          <a:xfrm>
            <a:off x="772920" y="2997000"/>
            <a:ext cx="6529320" cy="1142640"/>
          </a:xfrm>
          <a:prstGeom prst="rect">
            <a:avLst/>
          </a:prstGeom>
          <a:noFill/>
          <a:ln w="0">
            <a:noFill/>
          </a:ln>
        </p:spPr>
        <p:txBody>
          <a:bodyPr lIns="0" tIns="0" rIns="0" bIns="0" anchor="t">
            <a:noAutofit/>
          </a:bodyPr>
          <a:lstStyle/>
          <a:p>
            <a:pPr marL="228600" indent="-228600" defTabSz="914400">
              <a:lnSpc>
                <a:spcPct val="90000"/>
              </a:lnSpc>
              <a:spcBef>
                <a:spcPts val="1001"/>
              </a:spcBef>
              <a:buClr>
                <a:srgbClr val="000000"/>
              </a:buClr>
              <a:buFont typeface="Arial"/>
              <a:buChar char="•"/>
            </a:pPr>
            <a:r>
              <a:rPr lang="nl-NL" sz="2800" b="0" strike="noStrike" spc="-1">
                <a:solidFill>
                  <a:schemeClr val="dk1"/>
                </a:solidFill>
                <a:latin typeface="Arial"/>
              </a:rPr>
              <a:t>Toegangsvoorwaarden en licenties zijn duidelijk vermeld </a:t>
            </a:r>
          </a:p>
        </p:txBody>
      </p:sp>
      <p:pic>
        <p:nvPicPr>
          <p:cNvPr id="475" name="Picture 2"/>
          <p:cNvPicPr/>
          <p:nvPr/>
        </p:nvPicPr>
        <p:blipFill>
          <a:blip r:embed="rId3"/>
          <a:stretch/>
        </p:blipFill>
        <p:spPr>
          <a:xfrm>
            <a:off x="8283960" y="2231640"/>
            <a:ext cx="2566800" cy="3042720"/>
          </a:xfrm>
          <a:prstGeom prst="rect">
            <a:avLst/>
          </a:prstGeom>
          <a:noFill/>
          <a:ln w="0">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6" name="Picture 1"/>
          <p:cNvPicPr/>
          <p:nvPr/>
        </p:nvPicPr>
        <p:blipFill>
          <a:blip r:embed="rId2"/>
          <a:stretch/>
        </p:blipFill>
        <p:spPr>
          <a:xfrm>
            <a:off x="8196840" y="2322000"/>
            <a:ext cx="2922480" cy="2211840"/>
          </a:xfrm>
          <a:prstGeom prst="rect">
            <a:avLst/>
          </a:prstGeom>
          <a:noFill/>
          <a:ln w="0">
            <a:noFill/>
          </a:ln>
        </p:spPr>
      </p:pic>
      <p:sp>
        <p:nvSpPr>
          <p:cNvPr id="477" name="Rectangle 3"/>
          <p:cNvSpPr/>
          <p:nvPr/>
        </p:nvSpPr>
        <p:spPr>
          <a:xfrm>
            <a:off x="64080" y="1463760"/>
            <a:ext cx="7927920" cy="4386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numCol="1" spcCol="0" anchor="ctr">
            <a:spAutoFit/>
          </a:bodyPr>
          <a:lstStyle/>
          <a:p>
            <a:pPr defTabSz="914400">
              <a:lnSpc>
                <a:spcPct val="100000"/>
              </a:lnSpc>
            </a:pPr>
            <a:endParaRPr lang="nl-NL" sz="3600" b="0" strike="noStrike" spc="-1">
              <a:solidFill>
                <a:srgbClr val="000000"/>
              </a:solidFill>
              <a:latin typeface="Calibri"/>
            </a:endParaRPr>
          </a:p>
          <a:p>
            <a:pPr marL="571680" indent="-571680" defTabSz="914400">
              <a:lnSpc>
                <a:spcPct val="100000"/>
              </a:lnSpc>
              <a:buClr>
                <a:srgbClr val="000000"/>
              </a:buClr>
              <a:buFont typeface="Arial"/>
              <a:buChar char="•"/>
            </a:pPr>
            <a:r>
              <a:rPr lang="nl-NL" sz="3600" b="0" strike="noStrike" spc="-1">
                <a:solidFill>
                  <a:schemeClr val="dk1"/>
                </a:solidFill>
                <a:latin typeface="Arial Unicode MS"/>
              </a:rPr>
              <a:t>Omschrijving variabelen </a:t>
            </a:r>
            <a:endParaRPr lang="nl-NL" sz="3600" b="0" strike="noStrike" spc="-1">
              <a:solidFill>
                <a:srgbClr val="000000"/>
              </a:solidFill>
              <a:latin typeface="Calibri"/>
            </a:endParaRPr>
          </a:p>
          <a:p>
            <a:pPr marL="571680" indent="-571680" defTabSz="914400">
              <a:lnSpc>
                <a:spcPct val="100000"/>
              </a:lnSpc>
              <a:buClr>
                <a:srgbClr val="000000"/>
              </a:buClr>
              <a:buFont typeface="Arial"/>
              <a:buChar char="•"/>
            </a:pPr>
            <a:r>
              <a:rPr lang="nl-NL" sz="3600" b="0" strike="noStrike" spc="-1">
                <a:solidFill>
                  <a:schemeClr val="dk1"/>
                </a:solidFill>
                <a:latin typeface="Arial Unicode MS"/>
              </a:rPr>
              <a:t>Consistentie in omschrijvingen </a:t>
            </a:r>
            <a:endParaRPr lang="nl-NL" sz="3600" b="0" strike="noStrike" spc="-1">
              <a:solidFill>
                <a:srgbClr val="000000"/>
              </a:solidFill>
              <a:latin typeface="Calibri"/>
            </a:endParaRPr>
          </a:p>
          <a:p>
            <a:pPr marL="571680" indent="-571680" defTabSz="914400">
              <a:lnSpc>
                <a:spcPct val="100000"/>
              </a:lnSpc>
              <a:buClr>
                <a:srgbClr val="000000"/>
              </a:buClr>
              <a:buFont typeface="Arial"/>
              <a:buChar char="•"/>
            </a:pPr>
            <a:r>
              <a:rPr lang="nl-NL" sz="3600" b="0" strike="noStrike" spc="-1">
                <a:solidFill>
                  <a:schemeClr val="dk1"/>
                </a:solidFill>
                <a:latin typeface="Arial Unicode MS"/>
              </a:rPr>
              <a:t>Codering antwoordopties </a:t>
            </a:r>
            <a:endParaRPr lang="nl-NL" sz="3600" b="0" strike="noStrike" spc="-1">
              <a:solidFill>
                <a:srgbClr val="000000"/>
              </a:solidFill>
              <a:latin typeface="Calibri"/>
            </a:endParaRPr>
          </a:p>
          <a:p>
            <a:pPr marL="571680" indent="-571680" defTabSz="914400">
              <a:lnSpc>
                <a:spcPct val="100000"/>
              </a:lnSpc>
              <a:buClr>
                <a:srgbClr val="000000"/>
              </a:buClr>
              <a:buFont typeface="Arial"/>
              <a:buChar char="•"/>
            </a:pPr>
            <a:r>
              <a:rPr lang="nl-NL" sz="3600" b="0" strike="noStrike" spc="-1">
                <a:solidFill>
                  <a:schemeClr val="dk1"/>
                </a:solidFill>
                <a:latin typeface="Arial Unicode MS"/>
              </a:rPr>
              <a:t>Meeteenheden...</a:t>
            </a:r>
            <a:endParaRPr lang="nl-NL" sz="3600" b="0" strike="noStrike" spc="-1">
              <a:solidFill>
                <a:srgbClr val="000000"/>
              </a:solidFill>
              <a:latin typeface="Calibri"/>
            </a:endParaRPr>
          </a:p>
          <a:p>
            <a:pPr defTabSz="914400">
              <a:lnSpc>
                <a:spcPct val="100000"/>
              </a:lnSpc>
            </a:pPr>
            <a:endParaRPr lang="nl-NL" sz="6600" b="0" strike="noStrike" spc="-1">
              <a:solidFill>
                <a:srgbClr val="000000"/>
              </a:solidFill>
              <a:latin typeface="Calibri"/>
            </a:endParaRPr>
          </a:p>
          <a:p>
            <a:pPr defTabSz="914400">
              <a:lnSpc>
                <a:spcPct val="100000"/>
              </a:lnSpc>
            </a:pPr>
            <a:endParaRPr lang="nl-NL" sz="3600" b="0" strike="noStrike" spc="-1">
              <a:solidFill>
                <a:srgbClr val="000000"/>
              </a:solidFill>
              <a:latin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8" name="Picture 1"/>
          <p:cNvPicPr/>
          <p:nvPr/>
        </p:nvPicPr>
        <p:blipFill>
          <a:blip r:embed="rId2"/>
          <a:stretch/>
        </p:blipFill>
        <p:spPr>
          <a:xfrm>
            <a:off x="7380360" y="2568960"/>
            <a:ext cx="2807640" cy="2826720"/>
          </a:xfrm>
          <a:prstGeom prst="rect">
            <a:avLst/>
          </a:prstGeom>
          <a:noFill/>
          <a:ln w="0">
            <a:noFill/>
          </a:ln>
        </p:spPr>
      </p:pic>
      <p:sp>
        <p:nvSpPr>
          <p:cNvPr id="479" name="PlaceHolder 1"/>
          <p:cNvSpPr>
            <a:spLocks noGrp="1"/>
          </p:cNvSpPr>
          <p:nvPr>
            <p:ph/>
          </p:nvPr>
        </p:nvSpPr>
        <p:spPr>
          <a:xfrm>
            <a:off x="880920" y="1549080"/>
            <a:ext cx="4995000" cy="3976920"/>
          </a:xfrm>
          <a:prstGeom prst="rect">
            <a:avLst/>
          </a:prstGeom>
          <a:noFill/>
          <a:ln w="0">
            <a:noFill/>
          </a:ln>
        </p:spPr>
        <p:txBody>
          <a:bodyPr lIns="91440" tIns="45720" rIns="91440" bIns="45720" numCol="1" spcCol="0" anchor="ctr">
            <a:noAutofit/>
          </a:bodyPr>
          <a:lstStyle/>
          <a:p>
            <a:pPr marL="571680" indent="-571680" defTabSz="914400">
              <a:lnSpc>
                <a:spcPct val="100000"/>
              </a:lnSpc>
              <a:buClr>
                <a:srgbClr val="000000"/>
              </a:buClr>
              <a:buFont typeface="Arial"/>
              <a:buChar char="•"/>
            </a:pPr>
            <a:r>
              <a:rPr lang="nl-NL" sz="4000" b="0" strike="noStrike" spc="-1">
                <a:solidFill>
                  <a:schemeClr val="dk1"/>
                </a:solidFill>
                <a:latin typeface="Arial Unicode MS"/>
              </a:rPr>
              <a:t>Datadocumentatie </a:t>
            </a:r>
            <a:endParaRPr lang="nl-NL" sz="4000" b="0" strike="noStrike" spc="-1">
              <a:solidFill>
                <a:schemeClr val="dk1"/>
              </a:solidFill>
              <a:latin typeface="Arial"/>
            </a:endParaRPr>
          </a:p>
          <a:p>
            <a:pPr marL="571680" indent="-571680" defTabSz="914400">
              <a:lnSpc>
                <a:spcPct val="100000"/>
              </a:lnSpc>
              <a:buClr>
                <a:srgbClr val="000000"/>
              </a:buClr>
              <a:buFont typeface="Arial"/>
              <a:buChar char="•"/>
            </a:pPr>
            <a:r>
              <a:rPr lang="nl-NL" sz="4000" b="0" strike="noStrike" spc="-1">
                <a:solidFill>
                  <a:schemeClr val="dk1"/>
                </a:solidFill>
                <a:latin typeface="Arial Unicode MS"/>
              </a:rPr>
              <a:t>Gebruikslicentie </a:t>
            </a:r>
            <a:endParaRPr lang="nl-NL" sz="4000" b="0" strike="noStrike" spc="-1">
              <a:solidFill>
                <a:schemeClr val="dk1"/>
              </a:solidFill>
              <a:latin typeface="Arial"/>
            </a:endParaRPr>
          </a:p>
          <a:p>
            <a:pPr marL="571680" indent="-571680" defTabSz="914400">
              <a:lnSpc>
                <a:spcPct val="100000"/>
              </a:lnSpc>
              <a:buClr>
                <a:srgbClr val="000000"/>
              </a:buClr>
              <a:buFont typeface="Arial"/>
              <a:buChar char="•"/>
            </a:pPr>
            <a:r>
              <a:rPr lang="nl-NL" sz="4000" b="0" strike="noStrike" spc="-1">
                <a:solidFill>
                  <a:schemeClr val="dk1"/>
                </a:solidFill>
                <a:latin typeface="Arial Unicode MS"/>
              </a:rPr>
              <a:t>Bestandsformaten</a:t>
            </a:r>
            <a:endParaRPr lang="nl-NL" sz="4000" b="0" strike="noStrike" spc="-1">
              <a:solidFill>
                <a:schemeClr val="dk1"/>
              </a:solidFill>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PlaceHolder 1"/>
          <p:cNvSpPr>
            <a:spLocks noGrp="1"/>
          </p:cNvSpPr>
          <p:nvPr>
            <p:ph type="title"/>
          </p:nvPr>
        </p:nvSpPr>
        <p:spPr>
          <a:xfrm>
            <a:off x="311040" y="459720"/>
            <a:ext cx="1136124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3200" b="1" strike="noStrike" spc="-1">
                <a:solidFill>
                  <a:srgbClr val="3A746B"/>
                </a:solidFill>
                <a:latin typeface="Arial"/>
              </a:rPr>
              <a:t>Gebruikslicenties: twee bestaande datasets samenvoegen</a:t>
            </a:r>
            <a:endParaRPr lang="nl-NL" sz="3200" b="0" strike="noStrike" spc="-1">
              <a:solidFill>
                <a:schemeClr val="dk1"/>
              </a:solidFill>
              <a:latin typeface="Arial"/>
            </a:endParaRPr>
          </a:p>
        </p:txBody>
      </p:sp>
      <p:pic>
        <p:nvPicPr>
          <p:cNvPr id="481" name="Picture 2"/>
          <p:cNvPicPr/>
          <p:nvPr/>
        </p:nvPicPr>
        <p:blipFill>
          <a:blip r:embed="rId2"/>
          <a:stretch/>
        </p:blipFill>
        <p:spPr>
          <a:xfrm>
            <a:off x="2133720" y="1604160"/>
            <a:ext cx="7459200" cy="4429800"/>
          </a:xfrm>
          <a:prstGeom prst="rect">
            <a:avLst/>
          </a:prstGeom>
          <a:noFill/>
          <a:ln w="0">
            <a:noFill/>
          </a:ln>
        </p:spPr>
      </p:pic>
      <p:sp>
        <p:nvSpPr>
          <p:cNvPr id="482" name="Tekstvak 4"/>
          <p:cNvSpPr/>
          <p:nvPr/>
        </p:nvSpPr>
        <p:spPr>
          <a:xfrm>
            <a:off x="5775120" y="6304680"/>
            <a:ext cx="70736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l-NL" sz="1800" b="0" strike="noStrike" spc="-1">
                <a:solidFill>
                  <a:schemeClr val="dk1"/>
                </a:solidFill>
                <a:latin typeface="Arial"/>
              </a:rPr>
              <a:t>Bron: </a:t>
            </a:r>
            <a:r>
              <a:rPr lang="nl-NL" sz="1800" b="0" u="sng" strike="noStrike" spc="-1">
                <a:solidFill>
                  <a:schemeClr val="dk1"/>
                </a:solidFill>
                <a:uFillTx/>
                <a:latin typeface="Arial"/>
                <a:hlinkClick r:id="rId3"/>
              </a:rPr>
              <a:t>Wiki/cc </a:t>
            </a:r>
            <a:r>
              <a:rPr lang="nl-NL" sz="1800" b="0" u="sng" strike="noStrike" spc="-1">
                <a:solidFill>
                  <a:schemeClr val="dk1"/>
                </a:solidFill>
                <a:uFillTx/>
                <a:latin typeface="Arial"/>
                <a:hlinkClick r:id="rId3"/>
              </a:rPr>
              <a:t>license</a:t>
            </a:r>
            <a:r>
              <a:rPr lang="nl-NL" sz="1800" b="0" u="sng" strike="noStrike" spc="-1">
                <a:solidFill>
                  <a:schemeClr val="dk1"/>
                </a:solidFill>
                <a:uFillTx/>
                <a:latin typeface="Arial"/>
                <a:hlinkClick r:id="rId3"/>
              </a:rPr>
              <a:t> </a:t>
            </a:r>
            <a:r>
              <a:rPr lang="nl-NL" sz="1800" b="0" u="sng" strike="noStrike" spc="-1">
                <a:solidFill>
                  <a:schemeClr val="dk1"/>
                </a:solidFill>
                <a:uFillTx/>
                <a:latin typeface="Arial"/>
                <a:hlinkClick r:id="rId3"/>
              </a:rPr>
              <a:t>compatibility</a:t>
            </a:r>
            <a:r>
              <a:rPr lang="nl-NL" sz="1800" b="0" u="sng" strike="noStrike" spc="-1">
                <a:solidFill>
                  <a:schemeClr val="dk1"/>
                </a:solidFill>
                <a:uFillTx/>
                <a:latin typeface="Arial"/>
                <a:hlinkClick r:id="rId3"/>
              </a:rPr>
              <a:t> - Creative </a:t>
            </a:r>
            <a:r>
              <a:rPr lang="nl-NL" sz="1800" b="0" u="sng" strike="noStrike" spc="-1">
                <a:solidFill>
                  <a:schemeClr val="dk1"/>
                </a:solidFill>
                <a:uFillTx/>
                <a:latin typeface="Arial"/>
                <a:hlinkClick r:id="rId3"/>
              </a:rPr>
              <a:t>Commons</a:t>
            </a:r>
            <a:endParaRPr lang="nl-NL" sz="1800" b="0" strike="noStrike" spc="-1">
              <a:solidFill>
                <a:srgbClr val="000000"/>
              </a:solidFill>
              <a:latin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PlaceHolder 1"/>
          <p:cNvSpPr>
            <a:spLocks noGrp="1"/>
          </p:cNvSpPr>
          <p:nvPr>
            <p:ph type="title"/>
          </p:nvPr>
        </p:nvSpPr>
        <p:spPr>
          <a:xfrm>
            <a:off x="649440" y="912960"/>
            <a:ext cx="10970280" cy="663480"/>
          </a:xfrm>
          <a:prstGeom prst="rect">
            <a:avLst/>
          </a:prstGeom>
          <a:noFill/>
          <a:ln w="0">
            <a:noFill/>
          </a:ln>
        </p:spPr>
        <p:txBody>
          <a:bodyPr lIns="0" tIns="0" rIns="0" bIns="0" anchor="t">
            <a:noAutofit/>
          </a:bodyPr>
          <a:lstStyle/>
          <a:p>
            <a:pPr indent="0" defTabSz="914400">
              <a:lnSpc>
                <a:spcPct val="90000"/>
              </a:lnSpc>
              <a:buNone/>
              <a:tabLst>
                <a:tab pos="0" algn="l"/>
              </a:tabLst>
            </a:pPr>
            <a:r>
              <a:rPr lang="nl-NL" sz="3600" b="1" strike="noStrike" spc="-1">
                <a:solidFill>
                  <a:srgbClr val="3A746B"/>
                </a:solidFill>
                <a:latin typeface="Arial"/>
              </a:rPr>
              <a:t>Bestande datasets toevoegen aan je eigen dataset</a:t>
            </a:r>
            <a:endParaRPr lang="nl-NL" sz="3600" b="0" strike="noStrike" spc="-1">
              <a:solidFill>
                <a:schemeClr val="dk1"/>
              </a:solidFill>
              <a:latin typeface="Arial"/>
            </a:endParaRPr>
          </a:p>
        </p:txBody>
      </p:sp>
      <p:sp>
        <p:nvSpPr>
          <p:cNvPr id="484" name="PlaceHolder 2"/>
          <p:cNvSpPr>
            <a:spLocks noGrp="1"/>
          </p:cNvSpPr>
          <p:nvPr>
            <p:ph/>
          </p:nvPr>
        </p:nvSpPr>
        <p:spPr>
          <a:xfrm>
            <a:off x="649440" y="2344320"/>
            <a:ext cx="4422240" cy="4317480"/>
          </a:xfrm>
          <a:prstGeom prst="rect">
            <a:avLst/>
          </a:prstGeom>
          <a:noFill/>
          <a:ln w="0">
            <a:noFill/>
          </a:ln>
        </p:spPr>
        <p:txBody>
          <a:bodyPr lIns="0" tIns="0" rIns="0" bIns="0" anchor="t">
            <a:noAutofit/>
          </a:bodyPr>
          <a:lstStyle/>
          <a:p>
            <a:pPr marL="179640" indent="-179640" defTabSz="914400">
              <a:lnSpc>
                <a:spcPct val="100000"/>
              </a:lnSpc>
              <a:buNone/>
              <a:tabLst>
                <a:tab pos="0" algn="l"/>
              </a:tabLst>
            </a:pPr>
            <a:r>
              <a:rPr lang="nl-NL" sz="1600" b="0" strike="noStrike" spc="-1">
                <a:solidFill>
                  <a:schemeClr val="dk1"/>
                </a:solidFill>
                <a:latin typeface="Arial"/>
              </a:rPr>
              <a:t>https://creativecommons.org/faq/#when-is-my-use-considered-an-adaptation</a:t>
            </a:r>
          </a:p>
          <a:p>
            <a:pPr marL="179640" indent="0" defTabSz="914400">
              <a:lnSpc>
                <a:spcPct val="100000"/>
              </a:lnSpc>
              <a:buNone/>
              <a:tabLst>
                <a:tab pos="0" algn="l"/>
              </a:tabLst>
            </a:pPr>
            <a:r>
              <a:rPr lang="nl-NL" sz="1600" b="0" strike="noStrike" spc="-1">
                <a:solidFill>
                  <a:schemeClr val="dk1"/>
                </a:solidFill>
                <a:latin typeface="Arial"/>
                <a:ea typeface="Source Sans Pro"/>
              </a:rPr>
              <a:t>(When creating an adaptation of material under the license identified in the lefthand column, you may license your contributions to the adaptation under one of the licenses indicated on the top row if the corresponding box is green. )</a:t>
            </a:r>
            <a:endParaRPr lang="nl-NL" sz="1600" b="0" strike="noStrike" spc="-1">
              <a:solidFill>
                <a:schemeClr val="dk1"/>
              </a:solidFill>
              <a:latin typeface="Arial"/>
            </a:endParaRPr>
          </a:p>
          <a:p>
            <a:pPr marL="179640" indent="-179640" defTabSz="914400">
              <a:lnSpc>
                <a:spcPct val="100000"/>
              </a:lnSpc>
              <a:buNone/>
              <a:tabLst>
                <a:tab pos="0" algn="l"/>
              </a:tabLst>
            </a:pPr>
            <a:r>
              <a:rPr lang="nl-NL" sz="1600" b="0" strike="noStrike" spc="-1">
                <a:solidFill>
                  <a:schemeClr val="dk1"/>
                </a:solidFill>
                <a:latin typeface="Arial"/>
                <a:ea typeface="Source Sans Pro"/>
              </a:rPr>
              <a:t>Groen: Licentie die je mag toekennen op bewerkte data met een bepaalde oorspronkelijke licentie. </a:t>
            </a:r>
            <a:endParaRPr lang="nl-NL" sz="1600" b="0" strike="noStrike" spc="-1">
              <a:solidFill>
                <a:schemeClr val="dk1"/>
              </a:solidFill>
              <a:latin typeface="Arial"/>
            </a:endParaRPr>
          </a:p>
          <a:p>
            <a:pPr marL="179640" indent="-179640" defTabSz="914400">
              <a:lnSpc>
                <a:spcPct val="100000"/>
              </a:lnSpc>
              <a:buNone/>
              <a:tabLst>
                <a:tab pos="0" algn="l"/>
              </a:tabLst>
            </a:pPr>
            <a:r>
              <a:rPr lang="nl-NL" sz="1600" b="0" strike="noStrike" spc="-1">
                <a:solidFill>
                  <a:schemeClr val="dk1"/>
                </a:solidFill>
                <a:latin typeface="Arial"/>
                <a:ea typeface="Source Sans Pro"/>
              </a:rPr>
              <a:t>Geel : juridisch gezien mag het maar wordt afgeraden</a:t>
            </a:r>
            <a:endParaRPr lang="nl-NL" sz="1600" b="0" strike="noStrike" spc="-1">
              <a:solidFill>
                <a:schemeClr val="dk1"/>
              </a:solidFill>
              <a:latin typeface="Arial"/>
            </a:endParaRPr>
          </a:p>
          <a:p>
            <a:pPr marL="179640" indent="-179640" defTabSz="914400">
              <a:lnSpc>
                <a:spcPct val="100000"/>
              </a:lnSpc>
              <a:buNone/>
              <a:tabLst>
                <a:tab pos="0" algn="l"/>
              </a:tabLst>
            </a:pPr>
            <a:r>
              <a:rPr lang="nl-NL" sz="1600" b="0" strike="noStrike" spc="-1">
                <a:solidFill>
                  <a:schemeClr val="dk1"/>
                </a:solidFill>
                <a:latin typeface="Arial"/>
                <a:ea typeface="Source Sans Pro"/>
              </a:rPr>
              <a:t>Grijs: licenties die je niet mag gebruiken</a:t>
            </a:r>
            <a:endParaRPr lang="nl-NL" sz="1600" b="0" strike="noStrike" spc="-1">
              <a:solidFill>
                <a:schemeClr val="dk1"/>
              </a:solidFill>
              <a:latin typeface="Arial"/>
            </a:endParaRPr>
          </a:p>
        </p:txBody>
      </p:sp>
      <p:sp>
        <p:nvSpPr>
          <p:cNvPr id="485" name="PlaceHolder 3"/>
          <p:cNvSpPr>
            <a:spLocks noGrp="1"/>
          </p:cNvSpPr>
          <p:nvPr>
            <p:ph type="ftr" idx="21"/>
          </p:nvPr>
        </p:nvSpPr>
        <p:spPr>
          <a:xfrm>
            <a:off x="0" y="0"/>
            <a:ext cx="0" cy="0"/>
          </a:xfrm>
          <a:prstGeom prst="rect">
            <a:avLst/>
          </a:prstGeom>
          <a:noFill/>
          <a:ln w="0">
            <a:noFill/>
          </a:ln>
        </p:spPr>
        <p:txBody>
          <a:bodyPr lIns="90000" tIns="-45000" rIns="90000" bIns="-45000" anchor="t">
            <a:noAutofit/>
          </a:bodyPr>
          <a:lstStyle/>
          <a:p>
            <a:pPr indent="0">
              <a:buNone/>
            </a:pPr>
            <a:endParaRPr lang="nl-NL" sz="1800" b="0" strike="noStrike" spc="-1">
              <a:solidFill>
                <a:schemeClr val="dk1"/>
              </a:solidFill>
              <a:latin typeface="Arial"/>
            </a:endParaRPr>
          </a:p>
        </p:txBody>
      </p:sp>
      <p:pic>
        <p:nvPicPr>
          <p:cNvPr id="486" name="Afbeelding 5"/>
          <p:cNvPicPr/>
          <p:nvPr/>
        </p:nvPicPr>
        <p:blipFill>
          <a:blip r:embed="rId2"/>
          <a:stretch/>
        </p:blipFill>
        <p:spPr>
          <a:xfrm>
            <a:off x="5670360" y="2344320"/>
            <a:ext cx="6519600" cy="2442600"/>
          </a:xfrm>
          <a:prstGeom prst="rect">
            <a:avLst/>
          </a:prstGeom>
          <a:noFill/>
          <a:ln w="0">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p:cNvSpPr>
          <p:nvPr>
            <p:ph type="title"/>
          </p:nvPr>
        </p:nvSpPr>
        <p:spPr>
          <a:xfrm>
            <a:off x="609840" y="52092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Kwaliteit van data</a:t>
            </a:r>
            <a:endParaRPr lang="nl-NL" sz="4400" b="0" strike="noStrike" spc="-1">
              <a:solidFill>
                <a:schemeClr val="dk1"/>
              </a:solidFill>
              <a:latin typeface="Arial"/>
            </a:endParaRPr>
          </a:p>
        </p:txBody>
      </p:sp>
      <p:graphicFrame>
        <p:nvGraphicFramePr>
          <p:cNvPr id="12" name="Diagram12"/>
          <p:cNvGraphicFramePr/>
          <p:nvPr>
            <p:extLst>
              <p:ext uri="{D42A27DB-BD31-4B8C-83A1-F6EECF244321}">
                <p14:modId xmlns:p14="http://schemas.microsoft.com/office/powerpoint/2010/main" val="3662927039"/>
              </p:ext>
            </p:extLst>
          </p:nvPr>
        </p:nvGraphicFramePr>
        <p:xfrm>
          <a:off x="609840" y="1912320"/>
          <a:ext cx="10970280" cy="3975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13"/>
          <p:cNvGraphicFramePr/>
          <p:nvPr>
            <p:extLst>
              <p:ext uri="{D42A27DB-BD31-4B8C-83A1-F6EECF244321}">
                <p14:modId xmlns:p14="http://schemas.microsoft.com/office/powerpoint/2010/main" val="1173225497"/>
              </p:ext>
            </p:extLst>
          </p:nvPr>
        </p:nvGraphicFramePr>
        <p:xfrm>
          <a:off x="677160" y="1628640"/>
          <a:ext cx="10970280" cy="3975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PlaceHolder 1"/>
          <p:cNvSpPr>
            <a:spLocks noGrp="1"/>
          </p:cNvSpPr>
          <p:nvPr>
            <p:ph type="title"/>
          </p:nvPr>
        </p:nvSpPr>
        <p:spPr>
          <a:xfrm>
            <a:off x="609480" y="45972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Opdracht 3</a:t>
            </a:r>
            <a:endParaRPr lang="nl-NL" sz="4400" b="0" strike="noStrike" spc="-1">
              <a:solidFill>
                <a:schemeClr val="dk1"/>
              </a:solidFill>
              <a:latin typeface="Arial"/>
            </a:endParaRPr>
          </a:p>
        </p:txBody>
      </p:sp>
      <p:sp>
        <p:nvSpPr>
          <p:cNvPr id="489" name="PlaceHolder 2"/>
          <p:cNvSpPr>
            <a:spLocks noGrp="1"/>
          </p:cNvSpPr>
          <p:nvPr>
            <p:ph/>
          </p:nvPr>
        </p:nvSpPr>
        <p:spPr>
          <a:xfrm>
            <a:off x="685800" y="2286000"/>
            <a:ext cx="10970280" cy="3975120"/>
          </a:xfrm>
          <a:prstGeom prst="rect">
            <a:avLst/>
          </a:prstGeom>
          <a:noFill/>
          <a:ln w="0">
            <a:noFill/>
          </a:ln>
        </p:spPr>
        <p:txBody>
          <a:bodyPr lIns="0" tIns="0" rIns="0" bIns="0" anchor="t">
            <a:noAutofit/>
          </a:bodyPr>
          <a:lstStyle/>
          <a:p>
            <a:pPr indent="0" defTabSz="914400">
              <a:lnSpc>
                <a:spcPct val="90000"/>
              </a:lnSpc>
              <a:spcBef>
                <a:spcPts val="1001"/>
              </a:spcBef>
              <a:buNone/>
              <a:tabLst>
                <a:tab pos="0" algn="l"/>
              </a:tabLst>
            </a:pPr>
            <a:r>
              <a:rPr lang="nl-NL" sz="2800" b="0" strike="noStrike" spc="-1">
                <a:solidFill>
                  <a:schemeClr val="dk1"/>
                </a:solidFill>
                <a:latin typeface="Arial"/>
              </a:rPr>
              <a:t>Beoordeel een dataset op bruikbaarheid</a:t>
            </a:r>
          </a:p>
          <a:p>
            <a:pPr marL="514440" indent="-514440" defTabSz="914400">
              <a:lnSpc>
                <a:spcPct val="90000"/>
              </a:lnSpc>
              <a:spcBef>
                <a:spcPts val="1001"/>
              </a:spcBef>
              <a:buClr>
                <a:srgbClr val="000000"/>
              </a:buClr>
              <a:buFont typeface="Arial"/>
              <a:buAutoNum type="arabicPeriod"/>
              <a:tabLst>
                <a:tab pos="0" algn="l"/>
              </a:tabLst>
            </a:pPr>
            <a:r>
              <a:rPr lang="nl-NL" sz="2800" b="0" strike="noStrike" spc="-1">
                <a:solidFill>
                  <a:schemeClr val="dk1"/>
                </a:solidFill>
                <a:latin typeface="Arial"/>
              </a:rPr>
              <a:t>Gebruik de FAIR principes</a:t>
            </a:r>
          </a:p>
          <a:p>
            <a:pPr marL="514440" indent="-514440" defTabSz="914400">
              <a:lnSpc>
                <a:spcPct val="90000"/>
              </a:lnSpc>
              <a:spcBef>
                <a:spcPts val="1001"/>
              </a:spcBef>
              <a:buClr>
                <a:srgbClr val="000000"/>
              </a:buClr>
              <a:buFont typeface="Arial"/>
              <a:buAutoNum type="arabicPeriod"/>
              <a:tabLst>
                <a:tab pos="0" algn="l"/>
              </a:tabLst>
            </a:pPr>
            <a:r>
              <a:rPr lang="nl-NL" sz="2800" b="0" strike="noStrike" spc="-1">
                <a:solidFill>
                  <a:schemeClr val="dk1"/>
                </a:solidFill>
                <a:latin typeface="Arial"/>
              </a:rPr>
              <a:t>Kwaliteit van data</a:t>
            </a:r>
          </a:p>
          <a:p>
            <a:pPr marL="514440" indent="-514440" defTabSz="914400">
              <a:lnSpc>
                <a:spcPct val="90000"/>
              </a:lnSpc>
              <a:spcBef>
                <a:spcPts val="1001"/>
              </a:spcBef>
              <a:buClr>
                <a:srgbClr val="000000"/>
              </a:buClr>
              <a:buFont typeface="Arial"/>
              <a:buAutoNum type="arabicPeriod"/>
              <a:tabLst>
                <a:tab pos="0" algn="l"/>
              </a:tabLst>
            </a:pPr>
            <a:r>
              <a:rPr lang="nl-NL" sz="2800" b="0" strike="noStrike" spc="-1">
                <a:solidFill>
                  <a:schemeClr val="dk1"/>
                </a:solidFill>
                <a:latin typeface="Arial"/>
              </a:rPr>
              <a:t>Zijn de datasets te combineren als je zelf je dataset met een CC BY licentie wilt publiceren?</a:t>
            </a:r>
          </a:p>
          <a:p>
            <a:pPr marL="514440" indent="-514440" defTabSz="914400">
              <a:lnSpc>
                <a:spcPct val="90000"/>
              </a:lnSpc>
              <a:spcBef>
                <a:spcPts val="1001"/>
              </a:spcBef>
              <a:buClr>
                <a:srgbClr val="000000"/>
              </a:buClr>
              <a:buFont typeface="Arial"/>
              <a:buAutoNum type="arabicPeriod"/>
              <a:tabLst>
                <a:tab pos="0" algn="l"/>
              </a:tabLst>
            </a:pPr>
            <a:r>
              <a:rPr lang="nl-NL" sz="2800" b="0" strike="noStrike" spc="-1">
                <a:solidFill>
                  <a:schemeClr val="dk1"/>
                </a:solidFill>
                <a:latin typeface="Arial"/>
              </a:rPr>
              <a:t>Citeer je dataset</a:t>
            </a:r>
          </a:p>
          <a:p>
            <a:pPr indent="0" defTabSz="914400">
              <a:lnSpc>
                <a:spcPct val="90000"/>
              </a:lnSpc>
              <a:spcBef>
                <a:spcPts val="1001"/>
              </a:spcBef>
              <a:buNone/>
              <a:tabLst>
                <a:tab pos="0" algn="l"/>
              </a:tabLst>
            </a:pPr>
            <a:endParaRPr lang="nl-NL" sz="2800" b="0" strike="noStrike" spc="-1">
              <a:solidFill>
                <a:schemeClr val="dk1"/>
              </a:solidFill>
              <a:latin typeface="Arial"/>
            </a:endParaRPr>
          </a:p>
          <a:p>
            <a:pPr indent="0" defTabSz="914400">
              <a:lnSpc>
                <a:spcPct val="90000"/>
              </a:lnSpc>
              <a:spcBef>
                <a:spcPts val="1001"/>
              </a:spcBef>
              <a:buNone/>
              <a:tabLst>
                <a:tab pos="0" algn="l"/>
              </a:tabLst>
            </a:pPr>
            <a:endParaRPr lang="nl-NL" sz="2800" b="0" strike="noStrike" spc="-1">
              <a:solidFill>
                <a:schemeClr val="dk1"/>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446040" y="113364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FAIRness controleren: F-UJI</a:t>
            </a:r>
            <a:endParaRPr lang="nl-NL" sz="4400" b="0" strike="noStrike" spc="-1">
              <a:solidFill>
                <a:schemeClr val="dk1"/>
              </a:solidFill>
              <a:latin typeface="Arial"/>
            </a:endParaRPr>
          </a:p>
        </p:txBody>
      </p:sp>
      <p:sp>
        <p:nvSpPr>
          <p:cNvPr id="491" name="PlaceHolder 2"/>
          <p:cNvSpPr>
            <a:spLocks noGrp="1"/>
          </p:cNvSpPr>
          <p:nvPr>
            <p:ph/>
          </p:nvPr>
        </p:nvSpPr>
        <p:spPr>
          <a:xfrm>
            <a:off x="773280" y="4290480"/>
            <a:ext cx="10970280" cy="1142640"/>
          </a:xfrm>
          <a:prstGeom prst="rect">
            <a:avLst/>
          </a:prstGeom>
          <a:noFill/>
          <a:ln w="0">
            <a:noFill/>
          </a:ln>
        </p:spPr>
        <p:txBody>
          <a:bodyPr lIns="0" tIns="0" rIns="0" bIns="0" anchor="t">
            <a:noAutofit/>
          </a:bodyPr>
          <a:lstStyle/>
          <a:p>
            <a:pPr marL="228600" indent="-228600" defTabSz="914400">
              <a:lnSpc>
                <a:spcPct val="90000"/>
              </a:lnSpc>
              <a:spcBef>
                <a:spcPts val="1001"/>
              </a:spcBef>
              <a:buClr>
                <a:srgbClr val="000000"/>
              </a:buClr>
              <a:buFont typeface="Arial"/>
              <a:buChar char="•"/>
            </a:pPr>
            <a:r>
              <a:rPr lang="nl-NL" sz="2800" b="0" u="sng" strike="noStrike" spc="-1">
                <a:solidFill>
                  <a:schemeClr val="dk1"/>
                </a:solidFill>
                <a:uFillTx/>
                <a:latin typeface="Arial"/>
                <a:hlinkClick r:id="rId2"/>
              </a:rPr>
              <a:t>https://www.f-uji.net</a:t>
            </a:r>
            <a:endParaRPr lang="nl-NL" sz="2800" b="0" strike="noStrike" spc="-1">
              <a:solidFill>
                <a:schemeClr val="dk1"/>
              </a:solidFill>
              <a:latin typeface="Arial"/>
            </a:endParaRPr>
          </a:p>
        </p:txBody>
      </p:sp>
      <p:sp>
        <p:nvSpPr>
          <p:cNvPr id="492" name="Tekstvak 3"/>
          <p:cNvSpPr/>
          <p:nvPr/>
        </p:nvSpPr>
        <p:spPr>
          <a:xfrm>
            <a:off x="446040" y="2601720"/>
            <a:ext cx="1129752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l-NL" sz="2400" b="0" strike="noStrike" spc="-1">
                <a:solidFill>
                  <a:schemeClr val="dk1"/>
                </a:solidFill>
                <a:latin typeface="Arial"/>
              </a:rPr>
              <a:t>Een webservice waarmee de FAIRness van onderzoeksdata-objecten op datasetniveau worden beoordeeld op basis van de FAIRsFAIR Data Object Assessment Metrics</a:t>
            </a:r>
            <a:endParaRPr lang="nl-NL" sz="2400" b="0" strike="noStrike" spc="-1">
              <a:solidFill>
                <a:srgbClr val="000000"/>
              </a:solidFill>
              <a:latin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p:cNvSpPr>
          <p:nvPr>
            <p:ph type="title"/>
          </p:nvPr>
        </p:nvSpPr>
        <p:spPr>
          <a:xfrm>
            <a:off x="609480" y="502200"/>
            <a:ext cx="10970280" cy="1142640"/>
          </a:xfrm>
          <a:prstGeom prst="rect">
            <a:avLst/>
          </a:prstGeom>
          <a:noFill/>
          <a:ln w="0">
            <a:noFill/>
          </a:ln>
        </p:spPr>
        <p:txBody>
          <a:bodyPr lIns="0" tIns="0" rIns="0" bIns="0" anchor="ctr">
            <a:noAutofit/>
          </a:bodyPr>
          <a:lstStyle/>
          <a:p>
            <a:pPr indent="0" defTabSz="914400">
              <a:lnSpc>
                <a:spcPct val="90000"/>
              </a:lnSpc>
              <a:buNone/>
              <a:tabLst>
                <a:tab pos="0" algn="l"/>
              </a:tabLst>
            </a:pPr>
            <a:r>
              <a:rPr lang="nl-NL" sz="4400" b="1" strike="noStrike" spc="-1">
                <a:solidFill>
                  <a:srgbClr val="3A746B"/>
                </a:solidFill>
                <a:latin typeface="Arial"/>
              </a:rPr>
              <a:t>Wrap Up</a:t>
            </a:r>
            <a:endParaRPr lang="nl-NL" sz="4400" b="0" strike="noStrike" spc="-1">
              <a:solidFill>
                <a:schemeClr val="dk1"/>
              </a:solidFill>
              <a:latin typeface="Arial"/>
            </a:endParaRPr>
          </a:p>
        </p:txBody>
      </p:sp>
      <p:sp>
        <p:nvSpPr>
          <p:cNvPr id="494" name="PlaceHolder 2"/>
          <p:cNvSpPr>
            <a:spLocks noGrp="1"/>
          </p:cNvSpPr>
          <p:nvPr>
            <p:ph/>
          </p:nvPr>
        </p:nvSpPr>
        <p:spPr>
          <a:xfrm>
            <a:off x="609480" y="1821960"/>
            <a:ext cx="10970280" cy="2499480"/>
          </a:xfrm>
          <a:prstGeom prst="rect">
            <a:avLst/>
          </a:prstGeom>
          <a:noFill/>
          <a:ln w="0">
            <a:noFill/>
          </a:ln>
        </p:spPr>
        <p:txBody>
          <a:bodyPr lIns="0" tIns="0" rIns="0" bIns="0" anchor="t">
            <a:noAutofit/>
          </a:bodyPr>
          <a:lstStyle/>
          <a:p>
            <a:pPr marL="228600" indent="-228600" defTabSz="914400">
              <a:lnSpc>
                <a:spcPct val="90000"/>
              </a:lnSpc>
              <a:spcBef>
                <a:spcPts val="1001"/>
              </a:spcBef>
              <a:buClr>
                <a:srgbClr val="000000"/>
              </a:buClr>
              <a:buFont typeface="Arial"/>
              <a:buChar char="•"/>
            </a:pPr>
            <a:r>
              <a:rPr lang="nl-NL" sz="2800" b="0" strike="noStrike" spc="-1">
                <a:solidFill>
                  <a:schemeClr val="dk1"/>
                </a:solidFill>
                <a:latin typeface="Arial"/>
              </a:rPr>
              <a:t>Is jullie verwachting uitgekomen? Denk aan het woord dat je had genoemd</a:t>
            </a:r>
          </a:p>
          <a:p>
            <a:pPr marL="228600" indent="-228600" defTabSz="914400">
              <a:lnSpc>
                <a:spcPct val="90000"/>
              </a:lnSpc>
              <a:spcBef>
                <a:spcPts val="1001"/>
              </a:spcBef>
              <a:buClr>
                <a:srgbClr val="000000"/>
              </a:buClr>
              <a:buFont typeface="Arial"/>
              <a:buChar char="•"/>
            </a:pPr>
            <a:r>
              <a:rPr lang="nl-NL" sz="2800" b="0" strike="noStrike" spc="-1">
                <a:solidFill>
                  <a:schemeClr val="dk1"/>
                </a:solidFill>
                <a:latin typeface="Arial"/>
              </a:rPr>
              <a:t>Wat is je volgende stap die je met deze informatie gaat doen?</a:t>
            </a:r>
          </a:p>
          <a:p>
            <a:pPr marL="228600" indent="-228600" defTabSz="914400">
              <a:lnSpc>
                <a:spcPct val="90000"/>
              </a:lnSpc>
              <a:spcBef>
                <a:spcPts val="1001"/>
              </a:spcBef>
              <a:buClr>
                <a:srgbClr val="000000"/>
              </a:buClr>
              <a:buFont typeface="Arial"/>
              <a:buChar char="•"/>
            </a:pPr>
            <a:r>
              <a:rPr lang="nl-NL" sz="2800" b="0" strike="noStrike" spc="-1">
                <a:solidFill>
                  <a:schemeClr val="dk1"/>
                </a:solidFill>
                <a:latin typeface="Arial"/>
              </a:rPr>
              <a:t>Evaluatie</a:t>
            </a:r>
          </a:p>
          <a:p>
            <a:pPr marL="228600" indent="-228600" defTabSz="914400">
              <a:lnSpc>
                <a:spcPct val="90000"/>
              </a:lnSpc>
              <a:spcBef>
                <a:spcPts val="1001"/>
              </a:spcBef>
              <a:buClr>
                <a:srgbClr val="000000"/>
              </a:buClr>
              <a:buFont typeface="Arial"/>
              <a:buChar char="•"/>
            </a:pPr>
            <a:r>
              <a:rPr lang="nl-NL" sz="2800" b="0" strike="noStrike" spc="-1">
                <a:solidFill>
                  <a:schemeClr val="dk1"/>
                </a:solidFill>
                <a:latin typeface="Arial"/>
              </a:rPr>
              <a:t>Presentatie wordt op Zenodo gezet.</a:t>
            </a:r>
          </a:p>
          <a:p>
            <a:pPr indent="0" defTabSz="914400">
              <a:lnSpc>
                <a:spcPct val="90000"/>
              </a:lnSpc>
              <a:spcBef>
                <a:spcPts val="1001"/>
              </a:spcBef>
              <a:buNone/>
              <a:tabLst>
                <a:tab pos="0" algn="l"/>
              </a:tabLst>
            </a:pPr>
            <a:endParaRPr lang="nl-NL" sz="2800" b="0" strike="noStrike" spc="-1">
              <a:solidFill>
                <a:schemeClr val="dk1"/>
              </a:solidFill>
              <a:latin typeface="Arial"/>
            </a:endParaRPr>
          </a:p>
        </p:txBody>
      </p:sp>
      <p:pic>
        <p:nvPicPr>
          <p:cNvPr id="495" name="Afbeelding 2" descr="Persoon met een idee"/>
          <p:cNvPicPr/>
          <p:nvPr/>
        </p:nvPicPr>
        <p:blipFill>
          <a:blip r:embed="rId2"/>
          <a:stretch/>
        </p:blipFill>
        <p:spPr>
          <a:xfrm>
            <a:off x="7476840" y="3785760"/>
            <a:ext cx="3989520" cy="2658960"/>
          </a:xfrm>
          <a:prstGeom prst="rect">
            <a:avLst/>
          </a:prstGeom>
          <a:noFill/>
          <a:ln w="0">
            <a:noFill/>
          </a:ln>
        </p:spPr>
      </p:pic>
    </p:spTree>
  </p:cSld>
  <p:clrMapOvr>
    <a:masterClrMapping/>
  </p:clrMapOvr>
</p:sld>
</file>

<file path=ppt/theme/theme1.xml><?xml version="1.0" encoding="utf-8"?>
<a:theme xmlns:a="http://schemas.openxmlformats.org/drawingml/2006/main" name="Saxion_16-9-NL">
  <a:themeElements>
    <a:clrScheme name="Saxion">
      <a:dk1>
        <a:srgbClr val="000000"/>
      </a:dk1>
      <a:lt1>
        <a:srgbClr val="FFFFFF"/>
      </a:lt1>
      <a:dk2>
        <a:srgbClr val="009C82"/>
      </a:dk2>
      <a:lt2>
        <a:srgbClr val="F2F2F2"/>
      </a:lt2>
      <a:accent1>
        <a:srgbClr val="009C82"/>
      </a:accent1>
      <a:accent2>
        <a:srgbClr val="C6C5BF"/>
      </a:accent2>
      <a:accent3>
        <a:srgbClr val="85CEE4"/>
      </a:accent3>
      <a:accent4>
        <a:srgbClr val="009C82"/>
      </a:accent4>
      <a:accent5>
        <a:srgbClr val="C6C5BF"/>
      </a:accent5>
      <a:accent6>
        <a:srgbClr val="85CEE4"/>
      </a:accent6>
      <a:hlink>
        <a:srgbClr val="000000"/>
      </a:hlink>
      <a:folHlink>
        <a:srgbClr val="000000"/>
      </a:folHlink>
    </a:clrScheme>
    <a:fontScheme name="Arial">
      <a:majorFont>
        <a:latin typeface="Arial" panose="020B0604020202020204"/>
        <a:ea typeface=""/>
        <a:cs typeface=""/>
      </a:majorFont>
      <a:minorFont>
        <a:latin typeface="Arial" panose="020B0604020202020204"/>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Saxion_16-9_NL</Template>
  <TotalTime>0</TotalTime>
  <Words>1271</Words>
  <Application>Microsoft Office PowerPoint</Application>
  <PresentationFormat>Breedbeeld</PresentationFormat>
  <Paragraphs>243</Paragraphs>
  <Slides>41</Slides>
  <Notes>6</Notes>
  <HiddenSlides>0</HiddenSlides>
  <MMClips>2</MMClips>
  <ScaleCrop>false</ScaleCrop>
  <HeadingPairs>
    <vt:vector size="6" baseType="variant">
      <vt:variant>
        <vt:lpstr>Gebruikte lettertypen</vt:lpstr>
      </vt:variant>
      <vt:variant>
        <vt:i4>8</vt:i4>
      </vt:variant>
      <vt:variant>
        <vt:lpstr>Thema</vt:lpstr>
      </vt:variant>
      <vt:variant>
        <vt:i4>1</vt:i4>
      </vt:variant>
      <vt:variant>
        <vt:lpstr>Diatitels</vt:lpstr>
      </vt:variant>
      <vt:variant>
        <vt:i4>41</vt:i4>
      </vt:variant>
    </vt:vector>
  </HeadingPairs>
  <TitlesOfParts>
    <vt:vector size="50" baseType="lpstr">
      <vt:lpstr>Arial</vt:lpstr>
      <vt:lpstr>Arial Black</vt:lpstr>
      <vt:lpstr>Arial Unicode MS</vt:lpstr>
      <vt:lpstr>Barlow</vt:lpstr>
      <vt:lpstr>Barlow SemiBold</vt:lpstr>
      <vt:lpstr>Calibri</vt:lpstr>
      <vt:lpstr>Symbol</vt:lpstr>
      <vt:lpstr>Wingdings</vt:lpstr>
      <vt:lpstr>Saxion_16-9-NL</vt:lpstr>
      <vt:lpstr>PowerPoint-presentatie</vt:lpstr>
      <vt:lpstr>Deze presentatie is tot stand gekomen door de samenwerking van Saxion en DCC-PO (Werkgroep zoeken en vinden van onderzoeksdata):  Inge Boot van Hogeschool Rotterdam,  Anne-Marie van Boeckel van Hanze Hogeschool, Esther Goedegebuure van Hogeschool Zeeland,  Renate Mattiszik en Marta Kargól beide van Saxion</vt:lpstr>
      <vt:lpstr>PowerPoint-presentatie</vt:lpstr>
      <vt:lpstr>Opening en Kennismaking</vt:lpstr>
      <vt:lpstr>Inhoud</vt:lpstr>
      <vt:lpstr>Data tijdschriften &amp; literatuuronderzoek</vt:lpstr>
      <vt:lpstr> Inleiding</vt:lpstr>
      <vt:lpstr>Definitie</vt:lpstr>
      <vt:lpstr>PowerPoint-presentatie</vt:lpstr>
      <vt:lpstr>PowerPoint-presentatie</vt:lpstr>
      <vt:lpstr>Workflow</vt:lpstr>
      <vt:lpstr>Zoekstrategie dataset vs. zoekstrategie literatuur</vt:lpstr>
      <vt:lpstr>PowerPoint-presentatie</vt:lpstr>
      <vt:lpstr>Wat zoek ik</vt:lpstr>
      <vt:lpstr>Waar zoek ik: een overzicht</vt:lpstr>
      <vt:lpstr>Selecteren van data repositories</vt:lpstr>
      <vt:lpstr>PowerPoint-presentatie</vt:lpstr>
      <vt:lpstr>Voorbeelden van zoekmachines</vt:lpstr>
      <vt:lpstr>Voorbeelden van datarepositories</vt:lpstr>
      <vt:lpstr>Andere bronnen: voorbeelden</vt:lpstr>
      <vt:lpstr>Nog meer mogelijkheden…en waarom zou je deze kunnen overslaan</vt:lpstr>
      <vt:lpstr>Opdracht 1: </vt:lpstr>
      <vt:lpstr>Koffiepauze (14.00 – 14.10 uur)</vt:lpstr>
      <vt:lpstr>PowerPoint-presentatie</vt:lpstr>
      <vt:lpstr>PowerPoint-presentatie</vt:lpstr>
      <vt:lpstr>Documenteren zoekproces</vt:lpstr>
      <vt:lpstr>Documenteren gevonden datasets</vt:lpstr>
      <vt:lpstr>Opdracht 2 </vt:lpstr>
      <vt:lpstr>Koffiepauze (14.55 – 15.05 uur)</vt:lpstr>
      <vt:lpstr>PowerPoint-presentatie</vt:lpstr>
      <vt:lpstr>FAIR principes </vt:lpstr>
      <vt:lpstr>PowerPoint-presentatie</vt:lpstr>
      <vt:lpstr>PowerPoint-presentatie</vt:lpstr>
      <vt:lpstr>PowerPoint-presentatie</vt:lpstr>
      <vt:lpstr>Gebruikslicenties: twee bestaande datasets samenvoegen</vt:lpstr>
      <vt:lpstr>Bestande datasets toevoegen aan je eigen dataset</vt:lpstr>
      <vt:lpstr>Kwaliteit van data</vt:lpstr>
      <vt:lpstr>PowerPoint-presentatie</vt:lpstr>
      <vt:lpstr>Opdracht 3</vt:lpstr>
      <vt:lpstr>FAIRness controleren: F-UJI</vt:lpstr>
      <vt:lpstr>Wrap 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Renate Mattiszik</dc:creator>
  <dc:description/>
  <cp:lastModifiedBy>Marta Kargól</cp:lastModifiedBy>
  <cp:revision>29</cp:revision>
  <dcterms:created xsi:type="dcterms:W3CDTF">2025-03-11T08:48:04Z</dcterms:created>
  <dcterms:modified xsi:type="dcterms:W3CDTF">2025-09-15T11:26:48Z</dcterms:modified>
  <dc:language>nl-NL</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0x010100720C59240AC6584FAC07F1DC9B42616F</vt:lpwstr>
  </property>
  <property fmtid="{D5CDD505-2E9C-101B-9397-08002B2CF9AE}" pid="3" name="MMClips">
    <vt:r8>2</vt:r8>
  </property>
  <property fmtid="{D5CDD505-2E9C-101B-9397-08002B2CF9AE}" pid="4" name="Notes">
    <vt:r8>6</vt:r8>
  </property>
  <property fmtid="{D5CDD505-2E9C-101B-9397-08002B2CF9AE}" pid="5" name="PresentationFormat">
    <vt:lpwstr>Breedbeeld</vt:lpwstr>
  </property>
  <property fmtid="{D5CDD505-2E9C-101B-9397-08002B2CF9AE}" pid="6" name="Slides">
    <vt:r8>41</vt:r8>
  </property>
</Properties>
</file>